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25" r:id="rId4"/>
  </p:sldMasterIdLst>
  <p:notesMasterIdLst>
    <p:notesMasterId r:id="rId26"/>
  </p:notesMasterIdLst>
  <p:handoutMasterIdLst>
    <p:handoutMasterId r:id="rId27"/>
  </p:handoutMasterIdLst>
  <p:sldIdLst>
    <p:sldId id="376" r:id="rId5"/>
    <p:sldId id="389" r:id="rId6"/>
    <p:sldId id="390" r:id="rId7"/>
    <p:sldId id="379" r:id="rId8"/>
    <p:sldId id="380" r:id="rId9"/>
    <p:sldId id="381" r:id="rId10"/>
    <p:sldId id="386" r:id="rId11"/>
    <p:sldId id="395" r:id="rId12"/>
    <p:sldId id="396" r:id="rId13"/>
    <p:sldId id="393" r:id="rId14"/>
    <p:sldId id="394" r:id="rId15"/>
    <p:sldId id="383" r:id="rId16"/>
    <p:sldId id="392" r:id="rId17"/>
    <p:sldId id="391" r:id="rId18"/>
    <p:sldId id="397" r:id="rId19"/>
    <p:sldId id="399" r:id="rId20"/>
    <p:sldId id="400" r:id="rId21"/>
    <p:sldId id="398" r:id="rId22"/>
    <p:sldId id="388" r:id="rId23"/>
    <p:sldId id="401" r:id="rId24"/>
    <p:sldId id="387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0D0D"/>
    <a:srgbClr val="2C4A52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206642-0223-43CA-A825-E6961455F4DD}" v="131" dt="2025-11-07T20:20:34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388" autoAdjust="0"/>
  </p:normalViewPr>
  <p:slideViewPr>
    <p:cSldViewPr snapToGrid="0" showGuides="1">
      <p:cViewPr varScale="1">
        <p:scale>
          <a:sx n="78" d="100"/>
          <a:sy n="78" d="100"/>
        </p:scale>
        <p:origin x="869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82" y="3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169671B-947A-44A3-A764-A91E66D4692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4B23CC-4610-41C4-A0CF-67A30700C4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7299BE-0F96-4D8C-8AC3-AFAE1A841C66}" type="datetimeFigureOut">
              <a:rPr lang="en-US" smtClean="0"/>
              <a:t>11/10/2025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94FC55-2324-40BC-8420-15EC835D957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3EC604-E5A5-4A58-AC5A-211F83D37C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3B048B-0EBA-466F-928F-37073F3BFB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507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4692AC-01A2-4EFF-966B-504F28E82D7A}" type="datetimeFigureOut">
              <a:rPr lang="en-US" noProof="0" smtClean="0"/>
              <a:t>11/10/2025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ED498D-6977-40EC-8E5E-7EB644D5E759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352264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278711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23281D-DD98-882C-18B0-6FF1F3F9F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E1560-6155-D25E-B89A-98A9C0D376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656A4F-B888-C737-1B29-4088B6F2EE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5549A1-7DA2-8862-BE20-130B71EF16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96746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AED498D-6977-40EC-8E5E-7EB644D5E759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885266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7FAC3601-9744-9840-0229-E000CCFBEA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32131" y="-30007"/>
            <a:ext cx="6064493" cy="68798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119890" y="723440"/>
            <a:ext cx="4323426" cy="2579052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-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128152" y="5248834"/>
            <a:ext cx="4323426" cy="1008925"/>
          </a:xfrm>
        </p:spPr>
        <p:txBody>
          <a:bodyPr lIns="91440" rIns="9144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600" cap="all" spc="1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19274" y="3373515"/>
            <a:ext cx="4323426" cy="1008926"/>
          </a:xfrm>
        </p:spPr>
        <p:txBody>
          <a:bodyPr lIns="91440" rIns="91440">
            <a:noAutofit/>
          </a:bodyPr>
          <a:lstStyle>
            <a:lvl1pPr marL="0" indent="0">
              <a:buNone/>
              <a:defRPr sz="6000" b="1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###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ADF7228-F4CB-A1B9-79EA-6324053164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>
            <a:off x="4559556" y="-10665"/>
            <a:ext cx="1930144" cy="6877290"/>
          </a:xfrm>
          <a:prstGeom prst="line">
            <a:avLst/>
          </a:prstGeom>
          <a:ln w="254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31648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0206913-4198-C5BA-6B13-02095EAA2B6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770BC68-C025-CE63-EEBA-5DC7ADC44D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F993316-5D9D-6B5D-B678-3E0B84A3C0D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41C39372-CEC6-2265-7611-84F187C126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5E13D63F-D0AC-7CD2-770C-6AB09F1BA68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85BF73EF-490D-CA1C-DAD3-BACB141D098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B82C914D-7190-2AD0-228B-6DA13843762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7">
            <a:extLst>
              <a:ext uri="{FF2B5EF4-FFF2-40B4-BE49-F238E27FC236}">
                <a16:creationId xmlns:a16="http://schemas.microsoft.com/office/drawing/2014/main" id="{DAE3299D-125C-8DBC-60F9-82920ADE34E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B84261D4-8740-689B-A5CA-C6442BC13E2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7">
            <a:extLst>
              <a:ext uri="{FF2B5EF4-FFF2-40B4-BE49-F238E27FC236}">
                <a16:creationId xmlns:a16="http://schemas.microsoft.com/office/drawing/2014/main" id="{7D4393D6-D866-E411-A222-2FE8B99C4D3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94666BC0-682D-FE04-6EC3-AA81EA3F96F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4737091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615541" y="715654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605708" y="2431477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05708" y="3348617"/>
            <a:ext cx="2699066" cy="2569866"/>
          </a:xfrm>
        </p:spPr>
        <p:txBody>
          <a:bodyPr lIns="91440" tIns="0">
            <a:normAutofit/>
          </a:bodyPr>
          <a:lstStyle>
            <a:lvl1pPr marL="274320" indent="-274320">
              <a:spcAft>
                <a:spcPts val="600"/>
              </a:spcAft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7674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EF88AD-4B54-9DC5-D315-825BE9FCEEF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2252076"/>
            <a:ext cx="5797550" cy="305176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09551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(Single lin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408820"/>
            <a:ext cx="8935507" cy="94946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0D7E9A-1E17-C6A0-31A6-F6F620FF9E84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796322" y="1986061"/>
            <a:ext cx="5797550" cy="4015244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6905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52400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6322" y="2252394"/>
            <a:ext cx="5797518" cy="2532966"/>
          </a:xfrm>
        </p:spPr>
        <p:txBody>
          <a:bodyPr lIns="91440" bIns="0" anchor="t">
            <a:normAutofit/>
          </a:bodyPr>
          <a:lstStyle>
            <a:lvl1pPr marL="0" indent="0">
              <a:spcBef>
                <a:spcPts val="600"/>
              </a:spcBef>
              <a:spcAft>
                <a:spcPts val="1800"/>
              </a:spcAft>
              <a:buNone/>
              <a:defRPr sz="1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38829F9-FA07-E84B-ED85-A3958046C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4430" y="5008931"/>
            <a:ext cx="3842918" cy="435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97942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D27DC4C-0653-4DB5-ABFE-50764C59AD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47368" y="270880"/>
            <a:ext cx="11297264" cy="1524000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accent1">
              <a:alpha val="10000"/>
            </a:schemeClr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tx2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00124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8319A446-9DC9-77CB-F6E0-D5CC1C0C8D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233290" y="0"/>
            <a:ext cx="2740011" cy="6850028"/>
            <a:chOff x="8233290" y="0"/>
            <a:chExt cx="2740011" cy="6850028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E51D0537-C777-0B20-2AE3-6DD522E2421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233290" y="0"/>
              <a:ext cx="2740011" cy="6850028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64F46914-ADE7-0BE9-0C39-280FE8F3B9C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9001841" y="4372451"/>
              <a:ext cx="878334" cy="1705001"/>
            </a:xfrm>
            <a:prstGeom prst="rect">
              <a:avLst/>
            </a:prstGeom>
          </p:spPr>
        </p:pic>
      </p:grpSp>
      <p:sp>
        <p:nvSpPr>
          <p:cNvPr id="3" name="Title 2">
            <a:extLst>
              <a:ext uri="{FF2B5EF4-FFF2-40B4-BE49-F238E27FC236}">
                <a16:creationId xmlns:a16="http://schemas.microsoft.com/office/drawing/2014/main" id="{30CF8376-A762-054E-EA3C-FF9430AD9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9099" y="286603"/>
            <a:ext cx="11373803" cy="1450757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31835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7E0A2EC-564E-BDA2-2E74-CEA1D54B10C9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239419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96DA7890-E49A-5536-1939-2B9589558E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05817" y="3989405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4A1E2517-8244-627B-E6B6-4EF4FEDCA10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651092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8" name="Picture Placeholder 16">
            <a:extLst>
              <a:ext uri="{FF2B5EF4-FFF2-40B4-BE49-F238E27FC236}">
                <a16:creationId xmlns:a16="http://schemas.microsoft.com/office/drawing/2014/main" id="{054FC79A-A756-FC67-CBF8-0078E8F8C1A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572159" y="2954840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BE00383-F339-E668-9399-D2DC9718C3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938557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71A788CA-392F-F29F-08CD-FBCB24BA793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95403" y="1894376"/>
            <a:ext cx="2847975" cy="3390899"/>
          </a:xfrm>
          <a:prstGeom prst="roundRect">
            <a:avLst/>
          </a:prstGeom>
          <a:solidFill>
            <a:schemeClr val="tx1"/>
          </a:solidFill>
          <a:ln w="31750">
            <a:solidFill>
              <a:schemeClr val="accent1"/>
            </a:solidFill>
          </a:ln>
        </p:spPr>
        <p:txBody>
          <a:bodyPr lIns="0" tIns="274320" bIns="0" anchor="t">
            <a:normAutofit/>
          </a:bodyPr>
          <a:lstStyle>
            <a:lvl1pPr marL="0" indent="0" algn="ctr">
              <a:spcBef>
                <a:spcPts val="600"/>
              </a:spcBef>
              <a:spcAft>
                <a:spcPts val="180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r>
              <a:rPr lang="en-US" dirty="0"/>
              <a:t>Add Subtitle here</a:t>
            </a:r>
          </a:p>
        </p:txBody>
      </p:sp>
      <p:sp>
        <p:nvSpPr>
          <p:cNvPr id="19" name="Picture Placeholder 16">
            <a:extLst>
              <a:ext uri="{FF2B5EF4-FFF2-40B4-BE49-F238E27FC236}">
                <a16:creationId xmlns:a16="http://schemas.microsoft.com/office/drawing/2014/main" id="{6E7FBECC-1456-B16C-B42F-61BAE986F27C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16470" y="2833688"/>
            <a:ext cx="1005840" cy="914400"/>
          </a:xfrm>
        </p:spPr>
        <p:txBody>
          <a:bodyPr>
            <a:normAutofit/>
          </a:bodyPr>
          <a:lstStyle>
            <a:lvl1pPr algn="ctr">
              <a:defRPr sz="1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984A0CD0-C9DF-C8B2-FEE6-05F2F040324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2868" y="3989404"/>
            <a:ext cx="2275880" cy="893763"/>
          </a:xfrm>
        </p:spPr>
        <p:txBody>
          <a:bodyPr>
            <a:noAutofit/>
          </a:bodyPr>
          <a:lstStyle>
            <a:lvl1pPr marL="0" indent="0" algn="ctr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/>
            </a:lvl2pPr>
            <a:lvl3pPr marL="384048" indent="0">
              <a:buNone/>
              <a:defRPr sz="1200"/>
            </a:lvl3pPr>
            <a:lvl4pPr marL="566928" indent="0">
              <a:buNone/>
              <a:defRPr sz="1200"/>
            </a:lvl4pPr>
            <a:lvl5pPr marL="749808" indent="0">
              <a:buNone/>
              <a:defRPr sz="1200"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176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sson Summar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9788" y="353962"/>
            <a:ext cx="4786877" cy="98322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99788" y="1517074"/>
            <a:ext cx="4786877" cy="763899"/>
          </a:xfrm>
        </p:spPr>
        <p:txBody>
          <a:bodyPr lIns="91440" tIns="91440" rIns="91440" bIns="0">
            <a:normAutofit/>
          </a:bodyPr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2400" cap="none" spc="0" baseline="0">
                <a:solidFill>
                  <a:schemeClr val="accent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Add Subtitle here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2235"/>
            <a:ext cx="5840730" cy="686227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840730" h="6887937">
                <a:moveTo>
                  <a:pt x="0" y="0"/>
                </a:moveTo>
                <a:lnTo>
                  <a:pt x="5840730" y="0"/>
                </a:lnTo>
                <a:lnTo>
                  <a:pt x="5090160" y="2775915"/>
                </a:lnTo>
                <a:cubicBezTo>
                  <a:pt x="5057140" y="2883865"/>
                  <a:pt x="5020310" y="2976575"/>
                  <a:pt x="4853940" y="2962605"/>
                </a:cubicBezTo>
                <a:cubicBezTo>
                  <a:pt x="4668520" y="2845765"/>
                  <a:pt x="4761230" y="2747975"/>
                  <a:pt x="4754880" y="2692095"/>
                </a:cubicBezTo>
                <a:cubicBezTo>
                  <a:pt x="4845050" y="2355545"/>
                  <a:pt x="4904740" y="2121865"/>
                  <a:pt x="4979670" y="1846275"/>
                </a:cubicBezTo>
                <a:cubicBezTo>
                  <a:pt x="5021580" y="1687525"/>
                  <a:pt x="4996180" y="1615135"/>
                  <a:pt x="4872990" y="1571955"/>
                </a:cubicBezTo>
                <a:cubicBezTo>
                  <a:pt x="4738370" y="1563065"/>
                  <a:pt x="4699000" y="1597355"/>
                  <a:pt x="4655820" y="1770075"/>
                </a:cubicBezTo>
                <a:cubicBezTo>
                  <a:pt x="4671060" y="1858975"/>
                  <a:pt x="3878580" y="4599635"/>
                  <a:pt x="3893820" y="4688535"/>
                </a:cubicBezTo>
                <a:cubicBezTo>
                  <a:pt x="3858895" y="4824425"/>
                  <a:pt x="3925570" y="4880305"/>
                  <a:pt x="3992880" y="4905705"/>
                </a:cubicBezTo>
                <a:cubicBezTo>
                  <a:pt x="4102100" y="4904435"/>
                  <a:pt x="4158615" y="4917135"/>
                  <a:pt x="4213860" y="4757115"/>
                </a:cubicBezTo>
                <a:lnTo>
                  <a:pt x="4457700" y="3842715"/>
                </a:lnTo>
                <a:cubicBezTo>
                  <a:pt x="4481830" y="3756355"/>
                  <a:pt x="4555490" y="3692855"/>
                  <a:pt x="4686300" y="3713175"/>
                </a:cubicBezTo>
                <a:cubicBezTo>
                  <a:pt x="4829810" y="3791915"/>
                  <a:pt x="4782820" y="3882085"/>
                  <a:pt x="4785360" y="3926535"/>
                </a:cubicBezTo>
                <a:lnTo>
                  <a:pt x="4028621" y="6887937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9788" y="2341261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9BC9EC3-C68A-CC9E-C220-8D585A8B43A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9789" y="2753247"/>
            <a:ext cx="3852296" cy="817345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546FE873-5DC1-BDE4-557B-F18695033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4426666" y="5060315"/>
            <a:ext cx="927943" cy="180130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DE3FA6A1-74D7-3926-C0BF-FECA6C0B033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99788" y="3563285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487AC4B-B367-6BC8-2DCA-61A43B32644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99788" y="3982578"/>
            <a:ext cx="3860546" cy="529133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34E9A44E-6692-ACFA-4EB0-368490BF357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9788" y="4564818"/>
            <a:ext cx="4796710" cy="401939"/>
          </a:xfrm>
        </p:spPr>
        <p:txBody>
          <a:bodyPr lIns="91440" tIns="0" anchor="b">
            <a:normAutofit/>
          </a:bodyPr>
          <a:lstStyle>
            <a:lvl1pPr marL="0" indent="0">
              <a:spcAft>
                <a:spcPts val="600"/>
              </a:spcAft>
              <a:buFont typeface="Courier New" panose="02070309020205020404" pitchFamily="49" charset="0"/>
              <a:buNone/>
              <a:defRPr sz="2000">
                <a:solidFill>
                  <a:schemeClr val="accent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B0B6725-F963-746B-381A-0F998539A02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99788" y="4975138"/>
            <a:ext cx="3860546" cy="852906"/>
          </a:xfrm>
        </p:spPr>
        <p:txBody>
          <a:bodyPr lIns="91440">
            <a:no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201168" indent="0">
              <a:buNone/>
              <a:defRPr sz="1200">
                <a:solidFill>
                  <a:schemeClr val="bg1"/>
                </a:solidFill>
              </a:defRPr>
            </a:lvl2pPr>
            <a:lvl3pPr marL="384048" indent="0">
              <a:buNone/>
              <a:defRPr sz="1200">
                <a:solidFill>
                  <a:schemeClr val="bg1"/>
                </a:solidFill>
              </a:defRPr>
            </a:lvl3pPr>
            <a:lvl4pPr marL="566928" indent="0">
              <a:buNone/>
              <a:defRPr sz="1200">
                <a:solidFill>
                  <a:schemeClr val="bg1"/>
                </a:solidFill>
              </a:defRPr>
            </a:lvl4pPr>
            <a:lvl5pPr marL="749808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192083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5338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/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0372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609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8195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Topic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B8C35C0-4758-2887-0763-E78795846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093537" y="-1946"/>
            <a:ext cx="3601340" cy="6881814"/>
          </a:xfrm>
          <a:custGeom>
            <a:avLst/>
            <a:gdLst>
              <a:gd name="connsiteX0" fmla="*/ 3601340 w 3601340"/>
              <a:gd name="connsiteY0" fmla="*/ 0 h 6881814"/>
              <a:gd name="connsiteX1" fmla="*/ 0 w 3601340"/>
              <a:gd name="connsiteY1" fmla="*/ 0 h 6881814"/>
              <a:gd name="connsiteX2" fmla="*/ 0 w 3601340"/>
              <a:gd name="connsiteY2" fmla="*/ 6881815 h 6881814"/>
              <a:gd name="connsiteX3" fmla="*/ 1064235 w 3601340"/>
              <a:gd name="connsiteY3" fmla="*/ 6881815 h 6881814"/>
              <a:gd name="connsiteX4" fmla="*/ 1441045 w 3601340"/>
              <a:gd name="connsiteY4" fmla="*/ 5490188 h 6881814"/>
              <a:gd name="connsiteX5" fmla="*/ 1835678 w 3601340"/>
              <a:gd name="connsiteY5" fmla="*/ 4034957 h 6881814"/>
              <a:gd name="connsiteX6" fmla="*/ 2045724 w 3601340"/>
              <a:gd name="connsiteY6" fmla="*/ 3914112 h 6881814"/>
              <a:gd name="connsiteX7" fmla="*/ 2166660 w 3601340"/>
              <a:gd name="connsiteY7" fmla="*/ 4124001 h 6881814"/>
              <a:gd name="connsiteX8" fmla="*/ 1906966 w 3601340"/>
              <a:gd name="connsiteY8" fmla="*/ 5081858 h 6881814"/>
              <a:gd name="connsiteX9" fmla="*/ 2027902 w 3601340"/>
              <a:gd name="connsiteY9" fmla="*/ 5291747 h 6881814"/>
              <a:gd name="connsiteX10" fmla="*/ 2227765 w 3601340"/>
              <a:gd name="connsiteY10" fmla="*/ 5198887 h 6881814"/>
              <a:gd name="connsiteX11" fmla="*/ 2570204 w 3601340"/>
              <a:gd name="connsiteY11" fmla="*/ 3923016 h 6881814"/>
              <a:gd name="connsiteX12" fmla="*/ 2602029 w 3601340"/>
              <a:gd name="connsiteY12" fmla="*/ 3799627 h 6881814"/>
              <a:gd name="connsiteX13" fmla="*/ 3601340 w 3601340"/>
              <a:gd name="connsiteY13" fmla="*/ 0 h 6881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601340" h="6881814">
                <a:moveTo>
                  <a:pt x="3601340" y="0"/>
                </a:moveTo>
                <a:lnTo>
                  <a:pt x="0" y="0"/>
                </a:lnTo>
                <a:lnTo>
                  <a:pt x="0" y="6881815"/>
                </a:lnTo>
                <a:lnTo>
                  <a:pt x="1064235" y="6881815"/>
                </a:lnTo>
                <a:lnTo>
                  <a:pt x="1441045" y="5490188"/>
                </a:lnTo>
                <a:lnTo>
                  <a:pt x="1835678" y="4034957"/>
                </a:lnTo>
                <a:cubicBezTo>
                  <a:pt x="1859865" y="3943369"/>
                  <a:pt x="1954068" y="3889943"/>
                  <a:pt x="2045724" y="3914112"/>
                </a:cubicBezTo>
                <a:cubicBezTo>
                  <a:pt x="2137381" y="3938281"/>
                  <a:pt x="2190847" y="4032413"/>
                  <a:pt x="2166660" y="4124001"/>
                </a:cubicBezTo>
                <a:lnTo>
                  <a:pt x="1906966" y="5081858"/>
                </a:lnTo>
                <a:cubicBezTo>
                  <a:pt x="1882779" y="5173446"/>
                  <a:pt x="1936246" y="5267578"/>
                  <a:pt x="2027902" y="5291747"/>
                </a:cubicBezTo>
                <a:cubicBezTo>
                  <a:pt x="2109375" y="5313372"/>
                  <a:pt x="2193393" y="5272666"/>
                  <a:pt x="2227765" y="5198887"/>
                </a:cubicBezTo>
                <a:lnTo>
                  <a:pt x="2570204" y="3923016"/>
                </a:lnTo>
                <a:lnTo>
                  <a:pt x="2602029" y="3799627"/>
                </a:lnTo>
                <a:lnTo>
                  <a:pt x="3601340" y="0"/>
                </a:lnTo>
                <a:close/>
              </a:path>
            </a:pathLst>
          </a:custGeom>
          <a:solidFill>
            <a:srgbClr val="FFFFFF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 flipH="1">
            <a:off x="7163691" y="0"/>
            <a:ext cx="5024825" cy="6858000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655820 w 5840730"/>
              <a:gd name="connsiteY6" fmla="*/ 1770075 h 6887937"/>
              <a:gd name="connsiteX7" fmla="*/ 3893820 w 5840730"/>
              <a:gd name="connsiteY7" fmla="*/ 4688535 h 6887937"/>
              <a:gd name="connsiteX8" fmla="*/ 3992880 w 5840730"/>
              <a:gd name="connsiteY8" fmla="*/ 490570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3893820 w 5840730"/>
              <a:gd name="connsiteY6" fmla="*/ 4688535 h 6887937"/>
              <a:gd name="connsiteX7" fmla="*/ 3992880 w 5840730"/>
              <a:gd name="connsiteY7" fmla="*/ 490570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686300 w 5840730"/>
              <a:gd name="connsiteY10" fmla="*/ 371317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3893820 w 5840730"/>
              <a:gd name="connsiteY5" fmla="*/ 4688535 h 6887937"/>
              <a:gd name="connsiteX6" fmla="*/ 3992880 w 5840730"/>
              <a:gd name="connsiteY6" fmla="*/ 490570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686300 w 5840730"/>
              <a:gd name="connsiteY9" fmla="*/ 371317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3893820 w 5840730"/>
              <a:gd name="connsiteY4" fmla="*/ 4688535 h 6887937"/>
              <a:gd name="connsiteX5" fmla="*/ 3992880 w 5840730"/>
              <a:gd name="connsiteY5" fmla="*/ 4905705 h 6887937"/>
              <a:gd name="connsiteX6" fmla="*/ 4213860 w 5840730"/>
              <a:gd name="connsiteY6" fmla="*/ 4757115 h 6887937"/>
              <a:gd name="connsiteX7" fmla="*/ 4457700 w 5840730"/>
              <a:gd name="connsiteY7" fmla="*/ 3842715 h 6887937"/>
              <a:gd name="connsiteX8" fmla="*/ 4686300 w 5840730"/>
              <a:gd name="connsiteY8" fmla="*/ 371317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3893820 w 5840730"/>
              <a:gd name="connsiteY3" fmla="*/ 4688535 h 6887937"/>
              <a:gd name="connsiteX4" fmla="*/ 3992880 w 5840730"/>
              <a:gd name="connsiteY4" fmla="*/ 4905705 h 6887937"/>
              <a:gd name="connsiteX5" fmla="*/ 4213860 w 5840730"/>
              <a:gd name="connsiteY5" fmla="*/ 4757115 h 6887937"/>
              <a:gd name="connsiteX6" fmla="*/ 4457700 w 5840730"/>
              <a:gd name="connsiteY6" fmla="*/ 3842715 h 6887937"/>
              <a:gd name="connsiteX7" fmla="*/ 4686300 w 5840730"/>
              <a:gd name="connsiteY7" fmla="*/ 371317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3893820 w 5840730"/>
              <a:gd name="connsiteY2" fmla="*/ 4688535 h 6887937"/>
              <a:gd name="connsiteX3" fmla="*/ 3992880 w 5840730"/>
              <a:gd name="connsiteY3" fmla="*/ 4905705 h 6887937"/>
              <a:gd name="connsiteX4" fmla="*/ 4213860 w 5840730"/>
              <a:gd name="connsiteY4" fmla="*/ 4757115 h 6887937"/>
              <a:gd name="connsiteX5" fmla="*/ 4457700 w 5840730"/>
              <a:gd name="connsiteY5" fmla="*/ 3842715 h 6887937"/>
              <a:gd name="connsiteX6" fmla="*/ 4686300 w 5840730"/>
              <a:gd name="connsiteY6" fmla="*/ 371317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4790753"/>
              <a:gd name="connsiteY0" fmla="*/ 0 h 6887937"/>
              <a:gd name="connsiteX1" fmla="*/ 2674743 w 4790753"/>
              <a:gd name="connsiteY1" fmla="*/ 49345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893820 w 4790753"/>
              <a:gd name="connsiteY2" fmla="*/ 4688535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97763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310950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90698 w 4790753"/>
              <a:gd name="connsiteY2" fmla="*/ 3504252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412040 w 4790753"/>
              <a:gd name="connsiteY2" fmla="*/ 3464777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244891 w 4790753"/>
              <a:gd name="connsiteY2" fmla="*/ 3464778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4790753"/>
              <a:gd name="connsiteY0" fmla="*/ 0 h 6887937"/>
              <a:gd name="connsiteX1" fmla="*/ 2487931 w 4790753"/>
              <a:gd name="connsiteY1" fmla="*/ 0 h 6887937"/>
              <a:gd name="connsiteX2" fmla="*/ 3392375 w 4790753"/>
              <a:gd name="connsiteY2" fmla="*/ 3464779 h 6887937"/>
              <a:gd name="connsiteX3" fmla="*/ 3992880 w 4790753"/>
              <a:gd name="connsiteY3" fmla="*/ 4905705 h 6887937"/>
              <a:gd name="connsiteX4" fmla="*/ 4213860 w 4790753"/>
              <a:gd name="connsiteY4" fmla="*/ 4757115 h 6887937"/>
              <a:gd name="connsiteX5" fmla="*/ 4457700 w 4790753"/>
              <a:gd name="connsiteY5" fmla="*/ 3842715 h 6887937"/>
              <a:gd name="connsiteX6" fmla="*/ 4686300 w 4790753"/>
              <a:gd name="connsiteY6" fmla="*/ 3713175 h 6887937"/>
              <a:gd name="connsiteX7" fmla="*/ 4785360 w 4790753"/>
              <a:gd name="connsiteY7" fmla="*/ 3926535 h 6887937"/>
              <a:gd name="connsiteX8" fmla="*/ 4028621 w 4790753"/>
              <a:gd name="connsiteY8" fmla="*/ 6887937 h 6887937"/>
              <a:gd name="connsiteX9" fmla="*/ 0 w 4790753"/>
              <a:gd name="connsiteY9" fmla="*/ 6877051 h 6887937"/>
              <a:gd name="connsiteX10" fmla="*/ 0 w 4790753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392375 w 5110169"/>
              <a:gd name="connsiteY2" fmla="*/ 3464779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66000 w 5110169"/>
              <a:gd name="connsiteY2" fmla="*/ 4629324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16839 w 5110169"/>
              <a:gd name="connsiteY2" fmla="*/ 4550372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589019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92880 w 5110169"/>
              <a:gd name="connsiteY3" fmla="*/ 4905705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034002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3953550 w 5110169"/>
              <a:gd name="connsiteY3" fmla="*/ 5300466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42040 w 5110169"/>
              <a:gd name="connsiteY3" fmla="*/ 5566930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677510 w 5110169"/>
              <a:gd name="connsiteY2" fmla="*/ 4510896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05329 w 5110169"/>
              <a:gd name="connsiteY2" fmla="*/ 4974740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775832 w 5110169"/>
              <a:gd name="connsiteY2" fmla="*/ 503395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32208 w 5110169"/>
              <a:gd name="connsiteY3" fmla="*/ 5379419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213860 w 5110169"/>
              <a:gd name="connsiteY4" fmla="*/ 4757115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4457700 w 5110169"/>
              <a:gd name="connsiteY5" fmla="*/ 384271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686300 w 5110169"/>
              <a:gd name="connsiteY6" fmla="*/ 3713175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785360 w 5110169"/>
              <a:gd name="connsiteY7" fmla="*/ 3926535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198620 w 5110169"/>
              <a:gd name="connsiteY7" fmla="*/ 4133044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110169"/>
              <a:gd name="connsiteY0" fmla="*/ 0 h 6887937"/>
              <a:gd name="connsiteX1" fmla="*/ 2487931 w 5110169"/>
              <a:gd name="connsiteY1" fmla="*/ 0 h 6887937"/>
              <a:gd name="connsiteX2" fmla="*/ 3834825 w 5110169"/>
              <a:gd name="connsiteY2" fmla="*/ 5142514 h 6887937"/>
              <a:gd name="connsiteX3" fmla="*/ 4074118 w 5110169"/>
              <a:gd name="connsiteY3" fmla="*/ 5314407 h 6887937"/>
              <a:gd name="connsiteX4" fmla="*/ 4168140 w 5110169"/>
              <a:gd name="connsiteY4" fmla="*/ 5055407 h 6887937"/>
              <a:gd name="connsiteX5" fmla="*/ 3935730 w 5110169"/>
              <a:gd name="connsiteY5" fmla="*/ 4175425 h 6887937"/>
              <a:gd name="connsiteX6" fmla="*/ 4061460 w 5110169"/>
              <a:gd name="connsiteY6" fmla="*/ 3931157 h 6887937"/>
              <a:gd name="connsiteX7" fmla="*/ 4251960 w 5110169"/>
              <a:gd name="connsiteY7" fmla="*/ 4071856 h 6887937"/>
              <a:gd name="connsiteX8" fmla="*/ 5110169 w 5110169"/>
              <a:gd name="connsiteY8" fmla="*/ 6887937 h 6887937"/>
              <a:gd name="connsiteX9" fmla="*/ 0 w 5110169"/>
              <a:gd name="connsiteY9" fmla="*/ 6877051 h 6887937"/>
              <a:gd name="connsiteX10" fmla="*/ 0 w 5110169"/>
              <a:gd name="connsiteY10" fmla="*/ 0 h 6887937"/>
              <a:gd name="connsiteX0" fmla="*/ 0 w 5030921"/>
              <a:gd name="connsiteY0" fmla="*/ 0 h 6877051"/>
              <a:gd name="connsiteX1" fmla="*/ 2487931 w 5030921"/>
              <a:gd name="connsiteY1" fmla="*/ 0 h 6877051"/>
              <a:gd name="connsiteX2" fmla="*/ 3834825 w 5030921"/>
              <a:gd name="connsiteY2" fmla="*/ 5142514 h 6877051"/>
              <a:gd name="connsiteX3" fmla="*/ 4074118 w 5030921"/>
              <a:gd name="connsiteY3" fmla="*/ 5314407 h 6877051"/>
              <a:gd name="connsiteX4" fmla="*/ 4168140 w 5030921"/>
              <a:gd name="connsiteY4" fmla="*/ 5055407 h 6877051"/>
              <a:gd name="connsiteX5" fmla="*/ 3935730 w 5030921"/>
              <a:gd name="connsiteY5" fmla="*/ 4175425 h 6877051"/>
              <a:gd name="connsiteX6" fmla="*/ 4061460 w 5030921"/>
              <a:gd name="connsiteY6" fmla="*/ 3931157 h 6877051"/>
              <a:gd name="connsiteX7" fmla="*/ 4251960 w 5030921"/>
              <a:gd name="connsiteY7" fmla="*/ 4071856 h 6877051"/>
              <a:gd name="connsiteX8" fmla="*/ 5030921 w 5030921"/>
              <a:gd name="connsiteY8" fmla="*/ 6875699 h 6877051"/>
              <a:gd name="connsiteX9" fmla="*/ 0 w 5030921"/>
              <a:gd name="connsiteY9" fmla="*/ 6877051 h 6877051"/>
              <a:gd name="connsiteX10" fmla="*/ 0 w 5030921"/>
              <a:gd name="connsiteY10" fmla="*/ 0 h 6877051"/>
              <a:gd name="connsiteX0" fmla="*/ 0 w 4963865"/>
              <a:gd name="connsiteY0" fmla="*/ 0 h 6877051"/>
              <a:gd name="connsiteX1" fmla="*/ 2487931 w 4963865"/>
              <a:gd name="connsiteY1" fmla="*/ 0 h 6877051"/>
              <a:gd name="connsiteX2" fmla="*/ 3834825 w 4963865"/>
              <a:gd name="connsiteY2" fmla="*/ 5142514 h 6877051"/>
              <a:gd name="connsiteX3" fmla="*/ 4074118 w 4963865"/>
              <a:gd name="connsiteY3" fmla="*/ 5314407 h 6877051"/>
              <a:gd name="connsiteX4" fmla="*/ 4168140 w 4963865"/>
              <a:gd name="connsiteY4" fmla="*/ 5055407 h 6877051"/>
              <a:gd name="connsiteX5" fmla="*/ 3935730 w 4963865"/>
              <a:gd name="connsiteY5" fmla="*/ 4175425 h 6877051"/>
              <a:gd name="connsiteX6" fmla="*/ 4061460 w 4963865"/>
              <a:gd name="connsiteY6" fmla="*/ 3931157 h 6877051"/>
              <a:gd name="connsiteX7" fmla="*/ 4251960 w 4963865"/>
              <a:gd name="connsiteY7" fmla="*/ 4071856 h 6877051"/>
              <a:gd name="connsiteX8" fmla="*/ 4963865 w 4963865"/>
              <a:gd name="connsiteY8" fmla="*/ 6875699 h 6877051"/>
              <a:gd name="connsiteX9" fmla="*/ 0 w 4963865"/>
              <a:gd name="connsiteY9" fmla="*/ 6877051 h 6877051"/>
              <a:gd name="connsiteX10" fmla="*/ 0 w 4963865"/>
              <a:gd name="connsiteY10" fmla="*/ 0 h 6877051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31157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41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79198 w 5024825"/>
              <a:gd name="connsiteY3" fmla="*/ 5441882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  <a:gd name="connsiteX0" fmla="*/ 0 w 5024825"/>
              <a:gd name="connsiteY0" fmla="*/ 0 h 6881818"/>
              <a:gd name="connsiteX1" fmla="*/ 2487931 w 5024825"/>
              <a:gd name="connsiteY1" fmla="*/ 0 h 6881818"/>
              <a:gd name="connsiteX2" fmla="*/ 3834825 w 5024825"/>
              <a:gd name="connsiteY2" fmla="*/ 5142514 h 6881818"/>
              <a:gd name="connsiteX3" fmla="*/ 4048718 w 5024825"/>
              <a:gd name="connsiteY3" fmla="*/ 5314407 h 6881818"/>
              <a:gd name="connsiteX4" fmla="*/ 4168140 w 5024825"/>
              <a:gd name="connsiteY4" fmla="*/ 5055407 h 6881818"/>
              <a:gd name="connsiteX5" fmla="*/ 3935730 w 5024825"/>
              <a:gd name="connsiteY5" fmla="*/ 4175425 h 6881818"/>
              <a:gd name="connsiteX6" fmla="*/ 4061460 w 5024825"/>
              <a:gd name="connsiteY6" fmla="*/ 3941355 h 6881818"/>
              <a:gd name="connsiteX7" fmla="*/ 4251960 w 5024825"/>
              <a:gd name="connsiteY7" fmla="*/ 4071856 h 6881818"/>
              <a:gd name="connsiteX8" fmla="*/ 5024825 w 5024825"/>
              <a:gd name="connsiteY8" fmla="*/ 6881818 h 6881818"/>
              <a:gd name="connsiteX9" fmla="*/ 0 w 5024825"/>
              <a:gd name="connsiteY9" fmla="*/ 6877051 h 6881818"/>
              <a:gd name="connsiteX10" fmla="*/ 0 w 5024825"/>
              <a:gd name="connsiteY10" fmla="*/ 0 h 68818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24825" h="6881818">
                <a:moveTo>
                  <a:pt x="0" y="0"/>
                </a:moveTo>
                <a:lnTo>
                  <a:pt x="2487931" y="0"/>
                </a:lnTo>
                <a:lnTo>
                  <a:pt x="3834825" y="5142514"/>
                </a:lnTo>
                <a:cubicBezTo>
                  <a:pt x="3851116" y="5182666"/>
                  <a:pt x="3878538" y="5351369"/>
                  <a:pt x="4048718" y="5314407"/>
                </a:cubicBezTo>
                <a:cubicBezTo>
                  <a:pt x="4218898" y="5277445"/>
                  <a:pt x="4184015" y="5205230"/>
                  <a:pt x="4168140" y="5055407"/>
                </a:cubicBezTo>
                <a:lnTo>
                  <a:pt x="3935730" y="4175425"/>
                </a:lnTo>
                <a:cubicBezTo>
                  <a:pt x="3924300" y="4083966"/>
                  <a:pt x="3902710" y="3989870"/>
                  <a:pt x="4061460" y="3941355"/>
                </a:cubicBezTo>
                <a:cubicBezTo>
                  <a:pt x="4194810" y="3923207"/>
                  <a:pt x="4213860" y="4007005"/>
                  <a:pt x="4251960" y="4071856"/>
                </a:cubicBezTo>
                <a:lnTo>
                  <a:pt x="5024825" y="6881818"/>
                </a:lnTo>
                <a:lnTo>
                  <a:pt x="0" y="6877051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796322" y="320040"/>
            <a:ext cx="6732237" cy="1017147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3600" spc="1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Add title here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5E91AD6-E4A6-F082-0E76-DAF7D57B516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242" y="174947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o1.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6B00516E-9699-821C-0371-67A8478E101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43379" y="174947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6" name="Text Placeholder 7">
            <a:extLst>
              <a:ext uri="{FF2B5EF4-FFF2-40B4-BE49-F238E27FC236}">
                <a16:creationId xmlns:a16="http://schemas.microsoft.com/office/drawing/2014/main" id="{7C72C187-9B88-8558-E9E7-CA189DF0EF3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24242" y="2378035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o2.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9366E515-A368-5E2D-8A9F-6BDBB76BC8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43379" y="2378035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1F522536-6FE3-2618-BC24-8C518818587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4242" y="3006909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o3.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89C1155B-B06D-77D5-B3DC-9CEAEDF2D6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379" y="3009613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F3A36BC1-799A-6623-E5E3-1190C0C7C47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24242" y="3635783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4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o4.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92954362-36EF-4B42-19C7-6132A7E2A87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379" y="3638169"/>
            <a:ext cx="5885179" cy="533400"/>
          </a:xfrm>
        </p:spPr>
        <p:txBody>
          <a:bodyPr bIns="0" anchor="b"/>
          <a:lstStyle>
            <a:lvl1pPr marL="0" indent="0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EF1DED4-DCEF-D1F3-17B9-BC29651F7D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24242" y="4264656"/>
            <a:ext cx="788639" cy="533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None/>
              <a:defRPr sz="5400" b="0" spc="100" baseline="-25000">
                <a:solidFill>
                  <a:schemeClr val="tx2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o5.</a:t>
            </a:r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A57B871C-EE51-327F-62B1-79B005BD932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379" y="4269747"/>
            <a:ext cx="5885179" cy="533400"/>
          </a:xfrm>
        </p:spPr>
        <p:txBody>
          <a:bodyPr bIns="0" anchor="b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201168" indent="0">
              <a:buNone/>
              <a:defRPr/>
            </a:lvl2pPr>
            <a:lvl3pPr marL="384048" indent="0">
              <a:buNone/>
              <a:defRPr/>
            </a:lvl3pPr>
            <a:lvl4pPr marL="566928" indent="0">
              <a:buNone/>
              <a:defRPr/>
            </a:lvl4pPr>
            <a:lvl5pPr marL="749808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01359A1-A1B1-9DC6-08B9-8042E7FBA1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6889763" y="0"/>
            <a:ext cx="1822122" cy="6871447"/>
          </a:xfrm>
          <a:prstGeom prst="line">
            <a:avLst/>
          </a:prstGeom>
          <a:ln w="2222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ooter Placeholder 8">
            <a:extLst>
              <a:ext uri="{FF2B5EF4-FFF2-40B4-BE49-F238E27FC236}">
                <a16:creationId xmlns:a16="http://schemas.microsoft.com/office/drawing/2014/main" id="{28D89004-F984-BB7D-2489-E7EC551298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4241" y="6290774"/>
            <a:ext cx="6637071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21" name="Slide Number Placeholder 9">
            <a:extLst>
              <a:ext uri="{FF2B5EF4-FFF2-40B4-BE49-F238E27FC236}">
                <a16:creationId xmlns:a16="http://schemas.microsoft.com/office/drawing/2014/main" id="{E2790754-E9EF-9F79-825B-5AB348DFA6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122682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CD5142E-2E7B-1488-E5DB-290186766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382569" y="2242"/>
            <a:ext cx="6806909" cy="6862481"/>
            <a:chOff x="5382569" y="2242"/>
            <a:chExt cx="6806909" cy="686248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02299C1B-36CA-1E4A-2BE2-A212B68067E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140328" y="2242"/>
              <a:ext cx="6049150" cy="6862481"/>
            </a:xfrm>
            <a:prstGeom prst="rect">
              <a:avLst/>
            </a:prstGeom>
          </p:spPr>
        </p:pic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37875AA7-8584-C85D-D920-B6F361221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10800000">
              <a:off x="5382569" y="5060315"/>
              <a:ext cx="927943" cy="1801301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970326" y="1679216"/>
            <a:ext cx="4786877" cy="1518315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6000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 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4F200699-2797-D741-1EC1-B83FCA4B197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-29499" y="-2236"/>
            <a:ext cx="6814124" cy="6871095"/>
          </a:xfrm>
          <a:custGeom>
            <a:avLst/>
            <a:gdLst>
              <a:gd name="connsiteX0" fmla="*/ 0 w 6064250"/>
              <a:gd name="connsiteY0" fmla="*/ 0 h 6877051"/>
              <a:gd name="connsiteX1" fmla="*/ 606425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6064250"/>
              <a:gd name="connsiteY0" fmla="*/ 0 h 6877051"/>
              <a:gd name="connsiteX1" fmla="*/ 5840730 w 6064250"/>
              <a:gd name="connsiteY1" fmla="*/ 0 h 6877051"/>
              <a:gd name="connsiteX2" fmla="*/ 6064250 w 6064250"/>
              <a:gd name="connsiteY2" fmla="*/ 6877051 h 6877051"/>
              <a:gd name="connsiteX3" fmla="*/ 0 w 6064250"/>
              <a:gd name="connsiteY3" fmla="*/ 6877051 h 6877051"/>
              <a:gd name="connsiteX4" fmla="*/ 0 w 6064250"/>
              <a:gd name="connsiteY4" fmla="*/ 0 h 6877051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4028621 w 5840730"/>
              <a:gd name="connsiteY2" fmla="*/ 6887937 h 6887937"/>
              <a:gd name="connsiteX3" fmla="*/ 0 w 5840730"/>
              <a:gd name="connsiteY3" fmla="*/ 6877051 h 6887937"/>
              <a:gd name="connsiteX4" fmla="*/ 0 w 5840730"/>
              <a:gd name="connsiteY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028621 w 5840730"/>
              <a:gd name="connsiteY3" fmla="*/ 6887937 h 6887937"/>
              <a:gd name="connsiteX4" fmla="*/ 0 w 5840730"/>
              <a:gd name="connsiteY4" fmla="*/ 6877051 h 6887937"/>
              <a:gd name="connsiteX5" fmla="*/ 0 w 5840730"/>
              <a:gd name="connsiteY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028621 w 5840730"/>
              <a:gd name="connsiteY4" fmla="*/ 6887937 h 6887937"/>
              <a:gd name="connsiteX5" fmla="*/ 0 w 5840730"/>
              <a:gd name="connsiteY5" fmla="*/ 6877051 h 6887937"/>
              <a:gd name="connsiteX6" fmla="*/ 0 w 5840730"/>
              <a:gd name="connsiteY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785360 w 5840730"/>
              <a:gd name="connsiteY4" fmla="*/ 3926535 h 6887937"/>
              <a:gd name="connsiteX5" fmla="*/ 4028621 w 5840730"/>
              <a:gd name="connsiteY5" fmla="*/ 6887937 h 6887937"/>
              <a:gd name="connsiteX6" fmla="*/ 0 w 5840730"/>
              <a:gd name="connsiteY6" fmla="*/ 6877051 h 6887937"/>
              <a:gd name="connsiteX7" fmla="*/ 0 w 5840730"/>
              <a:gd name="connsiteY7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91100 w 5840730"/>
              <a:gd name="connsiteY3" fmla="*/ 313405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22520 w 5840730"/>
              <a:gd name="connsiteY4" fmla="*/ 3415995 h 6887937"/>
              <a:gd name="connsiteX5" fmla="*/ 4785360 w 5840730"/>
              <a:gd name="connsiteY5" fmla="*/ 3926535 h 6887937"/>
              <a:gd name="connsiteX6" fmla="*/ 4028621 w 5840730"/>
              <a:gd name="connsiteY6" fmla="*/ 6887937 h 6887937"/>
              <a:gd name="connsiteX7" fmla="*/ 0 w 5840730"/>
              <a:gd name="connsiteY7" fmla="*/ 6877051 h 6887937"/>
              <a:gd name="connsiteX8" fmla="*/ 0 w 5840730"/>
              <a:gd name="connsiteY8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22520 w 5840730"/>
              <a:gd name="connsiteY5" fmla="*/ 3415995 h 6887937"/>
              <a:gd name="connsiteX6" fmla="*/ 4785360 w 5840730"/>
              <a:gd name="connsiteY6" fmla="*/ 3926535 h 6887937"/>
              <a:gd name="connsiteX7" fmla="*/ 4028621 w 5840730"/>
              <a:gd name="connsiteY7" fmla="*/ 6887937 h 6887937"/>
              <a:gd name="connsiteX8" fmla="*/ 0 w 5840730"/>
              <a:gd name="connsiteY8" fmla="*/ 6877051 h 6887937"/>
              <a:gd name="connsiteX9" fmla="*/ 0 w 5840730"/>
              <a:gd name="connsiteY9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4922520 w 5840730"/>
              <a:gd name="connsiteY6" fmla="*/ 3415995 h 6887937"/>
              <a:gd name="connsiteX7" fmla="*/ 4785360 w 5840730"/>
              <a:gd name="connsiteY7" fmla="*/ 3926535 h 6887937"/>
              <a:gd name="connsiteX8" fmla="*/ 4028621 w 5840730"/>
              <a:gd name="connsiteY8" fmla="*/ 6887937 h 6887937"/>
              <a:gd name="connsiteX9" fmla="*/ 0 w 5840730"/>
              <a:gd name="connsiteY9" fmla="*/ 6877051 h 6887937"/>
              <a:gd name="connsiteX10" fmla="*/ 0 w 5840730"/>
              <a:gd name="connsiteY10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922520 w 5840730"/>
              <a:gd name="connsiteY7" fmla="*/ 341599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457700 w 5840730"/>
              <a:gd name="connsiteY7" fmla="*/ 3842715 h 6887937"/>
              <a:gd name="connsiteX8" fmla="*/ 4785360 w 5840730"/>
              <a:gd name="connsiteY8" fmla="*/ 3926535 h 6887937"/>
              <a:gd name="connsiteX9" fmla="*/ 4028621 w 5840730"/>
              <a:gd name="connsiteY9" fmla="*/ 6887937 h 6887937"/>
              <a:gd name="connsiteX10" fmla="*/ 0 w 5840730"/>
              <a:gd name="connsiteY10" fmla="*/ 6877051 h 6887937"/>
              <a:gd name="connsiteX11" fmla="*/ 0 w 5840730"/>
              <a:gd name="connsiteY11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655820 w 5840730"/>
              <a:gd name="connsiteY5" fmla="*/ 1770075 h 6887937"/>
              <a:gd name="connsiteX6" fmla="*/ 3901440 w 5840730"/>
              <a:gd name="connsiteY6" fmla="*/ 4696155 h 6887937"/>
              <a:gd name="connsiteX7" fmla="*/ 4213860 w 5840730"/>
              <a:gd name="connsiteY7" fmla="*/ 4757115 h 6887937"/>
              <a:gd name="connsiteX8" fmla="*/ 4457700 w 5840730"/>
              <a:gd name="connsiteY8" fmla="*/ 3842715 h 6887937"/>
              <a:gd name="connsiteX9" fmla="*/ 4785360 w 5840730"/>
              <a:gd name="connsiteY9" fmla="*/ 3926535 h 6887937"/>
              <a:gd name="connsiteX10" fmla="*/ 4028621 w 5840730"/>
              <a:gd name="connsiteY10" fmla="*/ 6887937 h 6887937"/>
              <a:gd name="connsiteX11" fmla="*/ 0 w 5840730"/>
              <a:gd name="connsiteY11" fmla="*/ 6877051 h 6887937"/>
              <a:gd name="connsiteX12" fmla="*/ 0 w 5840730"/>
              <a:gd name="connsiteY12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937760 w 5840730"/>
              <a:gd name="connsiteY5" fmla="*/ 16100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95850 w 5840730"/>
              <a:gd name="connsiteY5" fmla="*/ 160243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5006340 w 5840730"/>
              <a:gd name="connsiteY4" fmla="*/ 182341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94910 w 5840730"/>
              <a:gd name="connsiteY4" fmla="*/ 185770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56810 w 5840730"/>
              <a:gd name="connsiteY4" fmla="*/ 186532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754880 w 5840730"/>
              <a:gd name="connsiteY3" fmla="*/ 2692095 h 6887937"/>
              <a:gd name="connsiteX4" fmla="*/ 4979670 w 5840730"/>
              <a:gd name="connsiteY4" fmla="*/ 1846275 h 6887937"/>
              <a:gd name="connsiteX5" fmla="*/ 4872990 w 5840730"/>
              <a:gd name="connsiteY5" fmla="*/ 1571955 h 6887937"/>
              <a:gd name="connsiteX6" fmla="*/ 4655820 w 5840730"/>
              <a:gd name="connsiteY6" fmla="*/ 1770075 h 6887937"/>
              <a:gd name="connsiteX7" fmla="*/ 3901440 w 5840730"/>
              <a:gd name="connsiteY7" fmla="*/ 4696155 h 6887937"/>
              <a:gd name="connsiteX8" fmla="*/ 4213860 w 5840730"/>
              <a:gd name="connsiteY8" fmla="*/ 4757115 h 6887937"/>
              <a:gd name="connsiteX9" fmla="*/ 4457700 w 5840730"/>
              <a:gd name="connsiteY9" fmla="*/ 3842715 h 6887937"/>
              <a:gd name="connsiteX10" fmla="*/ 4785360 w 5840730"/>
              <a:gd name="connsiteY10" fmla="*/ 3926535 h 6887937"/>
              <a:gd name="connsiteX11" fmla="*/ 4028621 w 5840730"/>
              <a:gd name="connsiteY11" fmla="*/ 6887937 h 6887937"/>
              <a:gd name="connsiteX12" fmla="*/ 0 w 5840730"/>
              <a:gd name="connsiteY12" fmla="*/ 6877051 h 6887937"/>
              <a:gd name="connsiteX13" fmla="*/ 0 w 5840730"/>
              <a:gd name="connsiteY13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933950 w 5840730"/>
              <a:gd name="connsiteY3" fmla="*/ 273781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61560 w 5840730"/>
              <a:gd name="connsiteY3" fmla="*/ 29435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42510 w 5840730"/>
              <a:gd name="connsiteY3" fmla="*/ 301975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85360 w 5840730"/>
              <a:gd name="connsiteY11" fmla="*/ 3926535 h 6887937"/>
              <a:gd name="connsiteX12" fmla="*/ 4028621 w 5840730"/>
              <a:gd name="connsiteY12" fmla="*/ 6887937 h 6887937"/>
              <a:gd name="connsiteX13" fmla="*/ 0 w 5840730"/>
              <a:gd name="connsiteY13" fmla="*/ 6877051 h 6887937"/>
              <a:gd name="connsiteX14" fmla="*/ 0 w 5840730"/>
              <a:gd name="connsiteY14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560570 w 5840730"/>
              <a:gd name="connsiteY11" fmla="*/ 412084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709160 w 5840730"/>
              <a:gd name="connsiteY11" fmla="*/ 363316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4213860 w 5840730"/>
              <a:gd name="connsiteY9" fmla="*/ 4757115 h 6887937"/>
              <a:gd name="connsiteX10" fmla="*/ 4457700 w 5840730"/>
              <a:gd name="connsiteY10" fmla="*/ 3842715 h 6887937"/>
              <a:gd name="connsiteX11" fmla="*/ 4686300 w 5840730"/>
              <a:gd name="connsiteY11" fmla="*/ 3713175 h 6887937"/>
              <a:gd name="connsiteX12" fmla="*/ 4785360 w 5840730"/>
              <a:gd name="connsiteY12" fmla="*/ 3926535 h 6887937"/>
              <a:gd name="connsiteX13" fmla="*/ 4028621 w 5840730"/>
              <a:gd name="connsiteY13" fmla="*/ 6887937 h 6887937"/>
              <a:gd name="connsiteX14" fmla="*/ 0 w 5840730"/>
              <a:gd name="connsiteY14" fmla="*/ 6877051 h 6887937"/>
              <a:gd name="connsiteX15" fmla="*/ 0 w 5840730"/>
              <a:gd name="connsiteY15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901440 w 5840730"/>
              <a:gd name="connsiteY8" fmla="*/ 469615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5840730"/>
              <a:gd name="connsiteY0" fmla="*/ 0 h 6887937"/>
              <a:gd name="connsiteX1" fmla="*/ 5840730 w 5840730"/>
              <a:gd name="connsiteY1" fmla="*/ 0 h 6887937"/>
              <a:gd name="connsiteX2" fmla="*/ 5090160 w 5840730"/>
              <a:gd name="connsiteY2" fmla="*/ 2775915 h 6887937"/>
              <a:gd name="connsiteX3" fmla="*/ 4853940 w 5840730"/>
              <a:gd name="connsiteY3" fmla="*/ 2962605 h 6887937"/>
              <a:gd name="connsiteX4" fmla="*/ 4754880 w 5840730"/>
              <a:gd name="connsiteY4" fmla="*/ 2692095 h 6887937"/>
              <a:gd name="connsiteX5" fmla="*/ 4979670 w 5840730"/>
              <a:gd name="connsiteY5" fmla="*/ 1846275 h 6887937"/>
              <a:gd name="connsiteX6" fmla="*/ 4872990 w 5840730"/>
              <a:gd name="connsiteY6" fmla="*/ 1571955 h 6887937"/>
              <a:gd name="connsiteX7" fmla="*/ 4655820 w 5840730"/>
              <a:gd name="connsiteY7" fmla="*/ 1770075 h 6887937"/>
              <a:gd name="connsiteX8" fmla="*/ 3893820 w 5840730"/>
              <a:gd name="connsiteY8" fmla="*/ 4688535 h 6887937"/>
              <a:gd name="connsiteX9" fmla="*/ 3992880 w 5840730"/>
              <a:gd name="connsiteY9" fmla="*/ 4905705 h 6887937"/>
              <a:gd name="connsiteX10" fmla="*/ 4213860 w 5840730"/>
              <a:gd name="connsiteY10" fmla="*/ 4757115 h 6887937"/>
              <a:gd name="connsiteX11" fmla="*/ 4457700 w 5840730"/>
              <a:gd name="connsiteY11" fmla="*/ 3842715 h 6887937"/>
              <a:gd name="connsiteX12" fmla="*/ 4686300 w 5840730"/>
              <a:gd name="connsiteY12" fmla="*/ 3713175 h 6887937"/>
              <a:gd name="connsiteX13" fmla="*/ 4785360 w 5840730"/>
              <a:gd name="connsiteY13" fmla="*/ 3926535 h 6887937"/>
              <a:gd name="connsiteX14" fmla="*/ 4028621 w 5840730"/>
              <a:gd name="connsiteY14" fmla="*/ 6887937 h 6887937"/>
              <a:gd name="connsiteX15" fmla="*/ 0 w 5840730"/>
              <a:gd name="connsiteY15" fmla="*/ 6877051 h 6887937"/>
              <a:gd name="connsiteX16" fmla="*/ 0 w 5840730"/>
              <a:gd name="connsiteY16" fmla="*/ 0 h 688793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97807"/>
              <a:gd name="connsiteX1" fmla="*/ 6814124 w 6814124"/>
              <a:gd name="connsiteY1" fmla="*/ 9870 h 6897807"/>
              <a:gd name="connsiteX2" fmla="*/ 6063554 w 6814124"/>
              <a:gd name="connsiteY2" fmla="*/ 2785785 h 6897807"/>
              <a:gd name="connsiteX3" fmla="*/ 5827334 w 6814124"/>
              <a:gd name="connsiteY3" fmla="*/ 2972475 h 6897807"/>
              <a:gd name="connsiteX4" fmla="*/ 5728274 w 6814124"/>
              <a:gd name="connsiteY4" fmla="*/ 2701965 h 6897807"/>
              <a:gd name="connsiteX5" fmla="*/ 5953064 w 6814124"/>
              <a:gd name="connsiteY5" fmla="*/ 1856145 h 6897807"/>
              <a:gd name="connsiteX6" fmla="*/ 5846384 w 6814124"/>
              <a:gd name="connsiteY6" fmla="*/ 1581825 h 6897807"/>
              <a:gd name="connsiteX7" fmla="*/ 5629214 w 6814124"/>
              <a:gd name="connsiteY7" fmla="*/ 1779945 h 6897807"/>
              <a:gd name="connsiteX8" fmla="*/ 4867214 w 6814124"/>
              <a:gd name="connsiteY8" fmla="*/ 4698405 h 6897807"/>
              <a:gd name="connsiteX9" fmla="*/ 4966274 w 6814124"/>
              <a:gd name="connsiteY9" fmla="*/ 4915575 h 6897807"/>
              <a:gd name="connsiteX10" fmla="*/ 5187254 w 6814124"/>
              <a:gd name="connsiteY10" fmla="*/ 4766985 h 6897807"/>
              <a:gd name="connsiteX11" fmla="*/ 5431094 w 6814124"/>
              <a:gd name="connsiteY11" fmla="*/ 3852585 h 6897807"/>
              <a:gd name="connsiteX12" fmla="*/ 5659694 w 6814124"/>
              <a:gd name="connsiteY12" fmla="*/ 3723045 h 6897807"/>
              <a:gd name="connsiteX13" fmla="*/ 5758754 w 6814124"/>
              <a:gd name="connsiteY13" fmla="*/ 3936405 h 6897807"/>
              <a:gd name="connsiteX14" fmla="*/ 5002015 w 6814124"/>
              <a:gd name="connsiteY14" fmla="*/ 6897807 h 6897807"/>
              <a:gd name="connsiteX15" fmla="*/ 973394 w 6814124"/>
              <a:gd name="connsiteY15" fmla="*/ 6886921 h 6897807"/>
              <a:gd name="connsiteX16" fmla="*/ 0 w 6814124"/>
              <a:gd name="connsiteY16" fmla="*/ 0 h 6897807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973394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87938"/>
              <a:gd name="connsiteX1" fmla="*/ 6814124 w 6814124"/>
              <a:gd name="connsiteY1" fmla="*/ 1 h 6887938"/>
              <a:gd name="connsiteX2" fmla="*/ 6063554 w 6814124"/>
              <a:gd name="connsiteY2" fmla="*/ 2775916 h 6887938"/>
              <a:gd name="connsiteX3" fmla="*/ 5827334 w 6814124"/>
              <a:gd name="connsiteY3" fmla="*/ 2962606 h 6887938"/>
              <a:gd name="connsiteX4" fmla="*/ 5728274 w 6814124"/>
              <a:gd name="connsiteY4" fmla="*/ 2692096 h 6887938"/>
              <a:gd name="connsiteX5" fmla="*/ 5953064 w 6814124"/>
              <a:gd name="connsiteY5" fmla="*/ 1846276 h 6887938"/>
              <a:gd name="connsiteX6" fmla="*/ 5846384 w 6814124"/>
              <a:gd name="connsiteY6" fmla="*/ 1571956 h 6887938"/>
              <a:gd name="connsiteX7" fmla="*/ 5629214 w 6814124"/>
              <a:gd name="connsiteY7" fmla="*/ 1770076 h 6887938"/>
              <a:gd name="connsiteX8" fmla="*/ 4867214 w 6814124"/>
              <a:gd name="connsiteY8" fmla="*/ 4688536 h 6887938"/>
              <a:gd name="connsiteX9" fmla="*/ 4966274 w 6814124"/>
              <a:gd name="connsiteY9" fmla="*/ 4905706 h 6887938"/>
              <a:gd name="connsiteX10" fmla="*/ 5187254 w 6814124"/>
              <a:gd name="connsiteY10" fmla="*/ 4757116 h 6887938"/>
              <a:gd name="connsiteX11" fmla="*/ 5431094 w 6814124"/>
              <a:gd name="connsiteY11" fmla="*/ 3842716 h 6887938"/>
              <a:gd name="connsiteX12" fmla="*/ 5659694 w 6814124"/>
              <a:gd name="connsiteY12" fmla="*/ 3713176 h 6887938"/>
              <a:gd name="connsiteX13" fmla="*/ 5758754 w 6814124"/>
              <a:gd name="connsiteY13" fmla="*/ 3926536 h 6887938"/>
              <a:gd name="connsiteX14" fmla="*/ 5002015 w 6814124"/>
              <a:gd name="connsiteY14" fmla="*/ 6887938 h 6887938"/>
              <a:gd name="connsiteX15" fmla="*/ 0 w 6814124"/>
              <a:gd name="connsiteY15" fmla="*/ 6877052 h 6887938"/>
              <a:gd name="connsiteX16" fmla="*/ 0 w 6814124"/>
              <a:gd name="connsiteY16" fmla="*/ 0 h 6887938"/>
              <a:gd name="connsiteX0" fmla="*/ 0 w 6814124"/>
              <a:gd name="connsiteY0" fmla="*/ 0 h 6896790"/>
              <a:gd name="connsiteX1" fmla="*/ 6814124 w 6814124"/>
              <a:gd name="connsiteY1" fmla="*/ 1 h 6896790"/>
              <a:gd name="connsiteX2" fmla="*/ 6063554 w 6814124"/>
              <a:gd name="connsiteY2" fmla="*/ 2775916 h 6896790"/>
              <a:gd name="connsiteX3" fmla="*/ 5827334 w 6814124"/>
              <a:gd name="connsiteY3" fmla="*/ 2962606 h 6896790"/>
              <a:gd name="connsiteX4" fmla="*/ 5728274 w 6814124"/>
              <a:gd name="connsiteY4" fmla="*/ 2692096 h 6896790"/>
              <a:gd name="connsiteX5" fmla="*/ 5953064 w 6814124"/>
              <a:gd name="connsiteY5" fmla="*/ 1846276 h 6896790"/>
              <a:gd name="connsiteX6" fmla="*/ 5846384 w 6814124"/>
              <a:gd name="connsiteY6" fmla="*/ 1571956 h 6896790"/>
              <a:gd name="connsiteX7" fmla="*/ 5629214 w 6814124"/>
              <a:gd name="connsiteY7" fmla="*/ 1770076 h 6896790"/>
              <a:gd name="connsiteX8" fmla="*/ 4867214 w 6814124"/>
              <a:gd name="connsiteY8" fmla="*/ 4688536 h 6896790"/>
              <a:gd name="connsiteX9" fmla="*/ 4966274 w 6814124"/>
              <a:gd name="connsiteY9" fmla="*/ 4905706 h 6896790"/>
              <a:gd name="connsiteX10" fmla="*/ 5187254 w 6814124"/>
              <a:gd name="connsiteY10" fmla="*/ 4757116 h 6896790"/>
              <a:gd name="connsiteX11" fmla="*/ 5431094 w 6814124"/>
              <a:gd name="connsiteY11" fmla="*/ 3842716 h 6896790"/>
              <a:gd name="connsiteX12" fmla="*/ 5659694 w 6814124"/>
              <a:gd name="connsiteY12" fmla="*/ 3713176 h 6896790"/>
              <a:gd name="connsiteX13" fmla="*/ 5758754 w 6814124"/>
              <a:gd name="connsiteY13" fmla="*/ 3926536 h 6896790"/>
              <a:gd name="connsiteX14" fmla="*/ 5002015 w 6814124"/>
              <a:gd name="connsiteY14" fmla="*/ 6887938 h 6896790"/>
              <a:gd name="connsiteX15" fmla="*/ 0 w 6814124"/>
              <a:gd name="connsiteY15" fmla="*/ 6896790 h 6896790"/>
              <a:gd name="connsiteX16" fmla="*/ 0 w 6814124"/>
              <a:gd name="connsiteY16" fmla="*/ 0 h 68967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814124" h="6896790">
                <a:moveTo>
                  <a:pt x="0" y="0"/>
                </a:moveTo>
                <a:lnTo>
                  <a:pt x="6814124" y="1"/>
                </a:lnTo>
                <a:lnTo>
                  <a:pt x="6063554" y="2775916"/>
                </a:lnTo>
                <a:cubicBezTo>
                  <a:pt x="6030534" y="2883866"/>
                  <a:pt x="5993704" y="2976576"/>
                  <a:pt x="5827334" y="2962606"/>
                </a:cubicBezTo>
                <a:cubicBezTo>
                  <a:pt x="5641914" y="2845766"/>
                  <a:pt x="5734624" y="2747976"/>
                  <a:pt x="5728274" y="2692096"/>
                </a:cubicBezTo>
                <a:cubicBezTo>
                  <a:pt x="5818444" y="2355546"/>
                  <a:pt x="5878134" y="2121866"/>
                  <a:pt x="5953064" y="1846276"/>
                </a:cubicBezTo>
                <a:cubicBezTo>
                  <a:pt x="5994974" y="1687526"/>
                  <a:pt x="5969574" y="1615136"/>
                  <a:pt x="5846384" y="1571956"/>
                </a:cubicBezTo>
                <a:cubicBezTo>
                  <a:pt x="5711764" y="1563066"/>
                  <a:pt x="5672394" y="1597356"/>
                  <a:pt x="5629214" y="1770076"/>
                </a:cubicBezTo>
                <a:cubicBezTo>
                  <a:pt x="5644454" y="1858976"/>
                  <a:pt x="4851974" y="4599636"/>
                  <a:pt x="4867214" y="4688536"/>
                </a:cubicBezTo>
                <a:cubicBezTo>
                  <a:pt x="4832289" y="4824426"/>
                  <a:pt x="4898964" y="4880306"/>
                  <a:pt x="4966274" y="4905706"/>
                </a:cubicBezTo>
                <a:cubicBezTo>
                  <a:pt x="5075494" y="4904436"/>
                  <a:pt x="5132009" y="4917136"/>
                  <a:pt x="5187254" y="4757116"/>
                </a:cubicBezTo>
                <a:lnTo>
                  <a:pt x="5431094" y="3842716"/>
                </a:lnTo>
                <a:cubicBezTo>
                  <a:pt x="5455224" y="3756356"/>
                  <a:pt x="5528884" y="3692856"/>
                  <a:pt x="5659694" y="3713176"/>
                </a:cubicBezTo>
                <a:cubicBezTo>
                  <a:pt x="5803204" y="3791916"/>
                  <a:pt x="5756214" y="3882086"/>
                  <a:pt x="5758754" y="3926536"/>
                </a:cubicBezTo>
                <a:lnTo>
                  <a:pt x="5002015" y="6887938"/>
                </a:lnTo>
                <a:lnTo>
                  <a:pt x="0" y="689679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txBody>
          <a:bodyPr anchor="ctr"/>
          <a:lstStyle>
            <a:lvl1pPr algn="ctr">
              <a:defRPr baseline="-250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1A56017-320A-546E-A749-7145642CB96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70326" y="3748958"/>
            <a:ext cx="4786878" cy="2258013"/>
          </a:xfrm>
        </p:spPr>
        <p:txBody>
          <a:bodyPr lIns="91440" tIns="0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None/>
              <a:defRPr sz="1600">
                <a:solidFill>
                  <a:schemeClr val="bg1"/>
                </a:solidFill>
              </a:defRPr>
            </a:lvl1pPr>
            <a:lvl2pPr marL="274320" indent="-274320">
              <a:buFont typeface="Courier New" panose="02070309020205020404" pitchFamily="49" charset="0"/>
              <a:buChar char="o"/>
              <a:defRPr sz="1200">
                <a:solidFill>
                  <a:schemeClr val="bg1"/>
                </a:solidFill>
              </a:defRPr>
            </a:lvl2pPr>
            <a:lvl3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3pPr>
            <a:lvl4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4pPr>
            <a:lvl5pPr marL="274320" indent="-274320">
              <a:buFont typeface="Courier New" panose="02070309020205020404" pitchFamily="49" charset="0"/>
              <a:buChar char="o"/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62742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Add title here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16BCAC9C-7B8B-A7E5-574A-2C2D473655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43051" y="6221324"/>
            <a:ext cx="6818262" cy="365125"/>
          </a:xfrm>
          <a:prstGeom prst="rect">
            <a:avLst/>
          </a:prstGeom>
        </p:spPr>
        <p:txBody>
          <a:bodyPr/>
          <a:lstStyle>
            <a:lvl1pPr>
              <a:defRPr sz="1100" b="0" i="0" cap="all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Add footer here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E44D41BF-45CF-B60E-08D3-A8C49332E5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0596" y="6221324"/>
            <a:ext cx="617912" cy="365125"/>
          </a:xfrm>
          <a:prstGeom prst="rect">
            <a:avLst/>
          </a:prstGeom>
        </p:spPr>
        <p:txBody>
          <a:bodyPr/>
          <a:lstStyle>
            <a:lvl1pPr algn="r">
              <a:defRPr sz="1100" b="0" i="0">
                <a:solidFill>
                  <a:schemeClr val="tx1"/>
                </a:solidFill>
                <a:latin typeface="+mn-lt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232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3" r:id="rId2"/>
    <p:sldLayoutId id="2147483744" r:id="rId3"/>
    <p:sldLayoutId id="2147483745" r:id="rId4"/>
    <p:sldLayoutId id="2147483749" r:id="rId5"/>
    <p:sldLayoutId id="2147483746" r:id="rId6"/>
    <p:sldLayoutId id="2147483747" r:id="rId7"/>
    <p:sldLayoutId id="2147483748" r:id="rId8"/>
    <p:sldLayoutId id="2147483750" r:id="rId9"/>
    <p:sldLayoutId id="2147483756" r:id="rId10"/>
    <p:sldLayoutId id="2147483751" r:id="rId11"/>
    <p:sldLayoutId id="2147483752" r:id="rId12"/>
    <p:sldLayoutId id="2147483754" r:id="rId13"/>
    <p:sldLayoutId id="2147483755" r:id="rId14"/>
    <p:sldLayoutId id="2147483753" r:id="rId15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5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jpg"/><Relationship Id="rId3" Type="http://schemas.openxmlformats.org/officeDocument/2006/relationships/image" Target="../media/image4.svg"/><Relationship Id="rId7" Type="http://schemas.openxmlformats.org/officeDocument/2006/relationships/image" Target="../media/image30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9B65028-4C6D-7E63-C400-5C8AE645F25E}"/>
              </a:ext>
            </a:extLst>
          </p:cNvPr>
          <p:cNvSpPr txBox="1"/>
          <p:nvPr/>
        </p:nvSpPr>
        <p:spPr>
          <a:xfrm>
            <a:off x="1458301" y="314994"/>
            <a:ext cx="91115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800" i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</a:rPr>
              <a:t>VISHVESVARAYA TECHNOLOGY UNIVERSITY “JNANA SANGAM”, BELAGAVI-590018</a:t>
            </a:r>
          </a:p>
          <a:p>
            <a:pPr algn="ctr"/>
            <a:r>
              <a:rPr lang="en-IN" sz="1800" i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</a:rPr>
              <a:t>MYSURU ROYAL INSTITUTE OF TECHNOLOGY</a:t>
            </a:r>
          </a:p>
          <a:p>
            <a:pPr algn="ctr"/>
            <a:r>
              <a:rPr lang="en-IN" sz="1800" i="1">
                <a:solidFill>
                  <a:schemeClr val="tx1">
                    <a:lumMod val="95000"/>
                    <a:lumOff val="5000"/>
                  </a:schemeClr>
                </a:solidFill>
                <a:latin typeface="Georgia" panose="02040502050405020303" pitchFamily="18" charset="0"/>
              </a:rPr>
              <a:t>DEPARTMENT OF ELECTRONICS &amp; COMMUNICATION ENGINEERING </a:t>
            </a:r>
            <a:endParaRPr lang="en-IN" sz="1800" i="1" dirty="0">
              <a:solidFill>
                <a:schemeClr val="tx1">
                  <a:lumMod val="95000"/>
                  <a:lumOff val="5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6" name="Image 659">
            <a:extLst>
              <a:ext uri="{FF2B5EF4-FFF2-40B4-BE49-F238E27FC236}">
                <a16:creationId xmlns:a16="http://schemas.microsoft.com/office/drawing/2014/main" id="{409F767F-0771-BCDD-78BD-C6AFF24A31F2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48746" y="398847"/>
            <a:ext cx="1435100" cy="977900"/>
          </a:xfrm>
          <a:prstGeom prst="rect">
            <a:avLst/>
          </a:prstGeom>
        </p:spPr>
      </p:pic>
      <p:pic>
        <p:nvPicPr>
          <p:cNvPr id="7" name="Image 658">
            <a:extLst>
              <a:ext uri="{FF2B5EF4-FFF2-40B4-BE49-F238E27FC236}">
                <a16:creationId xmlns:a16="http://schemas.microsoft.com/office/drawing/2014/main" id="{50BD2B0F-67A7-869D-6517-5A5598F5782E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78519" y="434729"/>
            <a:ext cx="1363345" cy="1206500"/>
          </a:xfrm>
          <a:prstGeom prst="rect">
            <a:avLst/>
          </a:prstGeom>
        </p:spPr>
      </p:pic>
      <p:sp>
        <p:nvSpPr>
          <p:cNvPr id="11" name="Subtitle 10">
            <a:extLst>
              <a:ext uri="{FF2B5EF4-FFF2-40B4-BE49-F238E27FC236}">
                <a16:creationId xmlns:a16="http://schemas.microsoft.com/office/drawing/2014/main" id="{E4EE5F86-C162-9AA8-71D9-7445342F82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83206" y="5534081"/>
            <a:ext cx="4323426" cy="1008925"/>
          </a:xfrm>
        </p:spPr>
        <p:txBody>
          <a:bodyPr>
            <a:normAutofit fontScale="92500" lnSpcReduction="20000"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Mini project Mentor</a:t>
            </a:r>
            <a:endParaRPr lang="en-IN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Prof.ramya shree a n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>
                <a:latin typeface="Times New Roman" panose="02020603050405020304" pitchFamily="18" charset="0"/>
                <a:cs typeface="Times New Roman" panose="02020603050405020304" pitchFamily="18" charset="0"/>
              </a:rPr>
              <a:t>Dept. of ECE</a:t>
            </a:r>
            <a:endParaRPr lang="en-I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B79B46-9390-4631-42CE-A73678802381}"/>
              </a:ext>
            </a:extLst>
          </p:cNvPr>
          <p:cNvSpPr txBox="1"/>
          <p:nvPr/>
        </p:nvSpPr>
        <p:spPr>
          <a:xfrm>
            <a:off x="4167772" y="1942737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Academic Year: 2025 - 2026</a:t>
            </a:r>
            <a:br>
              <a:rPr lang="en-IN" sz="2000"/>
            </a:br>
            <a:endParaRPr lang="en-IN" sz="20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E340D68-9FBB-C4C9-AB27-F7593B5B4AD9}"/>
              </a:ext>
            </a:extLst>
          </p:cNvPr>
          <p:cNvSpPr txBox="1"/>
          <p:nvPr/>
        </p:nvSpPr>
        <p:spPr>
          <a:xfrm>
            <a:off x="806245" y="2650623"/>
            <a:ext cx="991091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/>
              <a:t>Presentation on </a:t>
            </a:r>
            <a:br>
              <a:rPr lang="en-US" sz="2400" b="1"/>
            </a:br>
            <a:r>
              <a:rPr lang="en-US" sz="2400" b="1"/>
              <a:t>The Mini Project [BEC586] </a:t>
            </a:r>
            <a:br>
              <a:rPr lang="en-IN" sz="2400" b="1"/>
            </a:br>
            <a:r>
              <a:rPr lang="en-US" sz="2400" b="1"/>
              <a:t> Home Automation Using HC-05 Bluetooth Module</a:t>
            </a:r>
            <a:endParaRPr lang="en-IN" sz="24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CB7D8-D269-DE56-0E54-E49F54897E84}"/>
              </a:ext>
            </a:extLst>
          </p:cNvPr>
          <p:cNvSpPr txBox="1"/>
          <p:nvPr/>
        </p:nvSpPr>
        <p:spPr>
          <a:xfrm>
            <a:off x="278519" y="522294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latin typeface="Bell MT" panose="02020503060305020303" pitchFamily="18" charset="0"/>
              </a:rPr>
              <a:t>AKASH M                  [4MU23EC003]</a:t>
            </a:r>
          </a:p>
          <a:p>
            <a:r>
              <a:rPr lang="en-IN">
                <a:latin typeface="Bell MT" panose="02020503060305020303" pitchFamily="18" charset="0"/>
              </a:rPr>
              <a:t>HARSHITHA C N      [4MU23EC020] </a:t>
            </a:r>
          </a:p>
          <a:p>
            <a:r>
              <a:rPr lang="en-IN">
                <a:latin typeface="Bell MT" panose="02020503060305020303" pitchFamily="18" charset="0"/>
              </a:rPr>
              <a:t>HARSHITHA S            [4MU23EC021]</a:t>
            </a:r>
          </a:p>
          <a:p>
            <a:r>
              <a:rPr lang="en-IN">
                <a:latin typeface="Bell MT" panose="02020503060305020303" pitchFamily="18" charset="0"/>
              </a:rPr>
              <a:t>KISHAN KUMAR K P  [4MU23EC028] </a:t>
            </a:r>
          </a:p>
        </p:txBody>
      </p:sp>
    </p:spTree>
    <p:extLst>
      <p:ext uri="{BB962C8B-B14F-4D97-AF65-F5344CB8AC3E}">
        <p14:creationId xmlns:p14="http://schemas.microsoft.com/office/powerpoint/2010/main" val="35039798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Placeholder 47">
            <a:extLst>
              <a:ext uri="{FF2B5EF4-FFF2-40B4-BE49-F238E27FC236}">
                <a16:creationId xmlns:a16="http://schemas.microsoft.com/office/drawing/2014/main" id="{2302B71A-7760-84BA-F7F7-7AAA710E651D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31235" r="13817" b="7921"/>
          <a:stretch>
            <a:fillRect/>
          </a:stretch>
        </p:blipFill>
        <p:spPr>
          <a:xfrm flipH="1">
            <a:off x="7163691" y="0"/>
            <a:ext cx="5024825" cy="6858000"/>
          </a:xfrm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F6755592-F060-0268-32D2-71943E3D96F9}"/>
              </a:ext>
            </a:extLst>
          </p:cNvPr>
          <p:cNvSpPr txBox="1"/>
          <p:nvPr/>
        </p:nvSpPr>
        <p:spPr>
          <a:xfrm>
            <a:off x="403123" y="1287161"/>
            <a:ext cx="6096000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Hardware/Software Specification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project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5940A26-DD00-68D4-E40B-B4F3F5E60AAA}"/>
              </a:ext>
            </a:extLst>
          </p:cNvPr>
          <p:cNvSpPr txBox="1"/>
          <p:nvPr/>
        </p:nvSpPr>
        <p:spPr>
          <a:xfrm>
            <a:off x="599768" y="45552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42559735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AEA71-09F0-6F67-ADFE-5E85FA293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39178C5-FF67-CB61-42BD-FB86A3521C39}"/>
              </a:ext>
            </a:extLst>
          </p:cNvPr>
          <p:cNvSpPr txBox="1"/>
          <p:nvPr/>
        </p:nvSpPr>
        <p:spPr>
          <a:xfrm>
            <a:off x="707922" y="1666048"/>
            <a:ext cx="10933471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100">
                <a:solidFill>
                  <a:schemeClr val="tx1">
                    <a:lumMod val="95000"/>
                    <a:lumOff val="5000"/>
                  </a:schemeClr>
                </a:solidFill>
              </a:rPr>
              <a:t>The project presents a smart home automation system utilizing an STM32 microcontroller and the HC-05 Bluetooth module for wireless control of household appliances.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100">
                <a:solidFill>
                  <a:schemeClr val="tx1">
                    <a:lumMod val="95000"/>
                    <a:lumOff val="5000"/>
                  </a:schemeClr>
                </a:solidFill>
              </a:rPr>
              <a:t>Designed to enhance comfort, convenience, and energy efficiency, this system allows users to operate devices such as fans and LEDs remotely through a mobile application.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sz="2100">
                <a:solidFill>
                  <a:schemeClr val="tx1">
                    <a:lumMod val="95000"/>
                    <a:lumOff val="5000"/>
                  </a:schemeClr>
                </a:solidFill>
              </a:rPr>
              <a:t>The HC-05 module enables Bluetooth communication, while the STM32 microcontroller processes user commands and controls output devices </a:t>
            </a:r>
            <a:r>
              <a:rPr lang="en-US" sz="2100">
                <a:solidFill>
                  <a:schemeClr val="tx1">
                    <a:lumMod val="95000"/>
                    <a:lumOff val="5000"/>
                  </a:schemeClr>
                </a:solidFill>
              </a:rPr>
              <a:t>via a relay module powered by a regulated 5V supply. Powered by a 3.7V Li-Ion battery with onboard voltage conversion,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100">
                <a:solidFill>
                  <a:schemeClr val="tx1">
                    <a:lumMod val="95000"/>
                    <a:lumOff val="5000"/>
                  </a:schemeClr>
                </a:solidFill>
              </a:rPr>
              <a:t> This solution provides an efficient and low-cost approach to modern home automation.</a:t>
            </a:r>
            <a:endParaRPr lang="en-IN" sz="210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FA0F02-8173-7A6D-4E94-6566F2114B62}"/>
              </a:ext>
            </a:extLst>
          </p:cNvPr>
          <p:cNvSpPr txBox="1"/>
          <p:nvPr/>
        </p:nvSpPr>
        <p:spPr>
          <a:xfrm>
            <a:off x="932570" y="423376"/>
            <a:ext cx="6096000" cy="701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35281816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E7466B0-B69A-FEBF-B8E0-FDA9AEAC70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756CFB8-E805-3CF9-61D2-C02341EC76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7829202" y="5156615"/>
            <a:ext cx="878334" cy="170500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6053-DF7F-7AFE-4D23-78CFF34D00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BDD78D4-7ECA-7CEE-FC3F-132817D06A5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12864" y="1776693"/>
            <a:ext cx="11572568" cy="3868328"/>
          </a:xfrm>
        </p:spPr>
        <p:txBody>
          <a:bodyPr>
            <a:noAutofit/>
          </a:bodyPr>
          <a:lstStyle/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800"/>
              <a:t>With the growing popularity of smart homes, the need for straightforward and cost-effective automation solutions has increased. This project aims to enable wireless control of appliances like fans and LEDs, enhancing user convenience and household efficiency.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800"/>
              <a:t>The HC-05 Bluetooth module acts as a wireless interface between a mobile device and the STM32 microcontroller, leveraging the UART protocol for reliable communication. Users can control home devices remotely via a mobile application, eliminating the need for physical switches and allowing flexible control from anywhere within Bluetooth range.</a:t>
            </a:r>
          </a:p>
          <a:p>
            <a:pPr>
              <a:buClr>
                <a:schemeClr val="tx1">
                  <a:lumMod val="95000"/>
                  <a:lumOff val="5000"/>
                </a:schemeClr>
              </a:buClr>
              <a:buFont typeface="Wingdings" panose="05000000000000000000" pitchFamily="2" charset="2"/>
              <a:buChar char="§"/>
            </a:pPr>
            <a:r>
              <a:rPr lang="en-US" sz="1800"/>
              <a:t> By integrating a relay module and efficient power management using a Li-Ion battery and buck converter, the system achieves both portability and reliability, making it a robust introductory platform for modern IoT and embedded system applications.</a:t>
            </a:r>
            <a:endParaRPr lang="en-IN" sz="180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DD609A3-F2AC-5C5F-F577-615CEF64C4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2864" y="735623"/>
            <a:ext cx="6732237" cy="477356"/>
          </a:xfrm>
        </p:spPr>
        <p:txBody>
          <a:bodyPr>
            <a:normAutofit fontScale="90000"/>
          </a:bodyPr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32859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FE0F2054-FE7E-B49A-E17F-5DE1864D8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6145" y="-68328"/>
            <a:ext cx="6732237" cy="1047627"/>
          </a:xfrm>
        </p:spPr>
        <p:txBody>
          <a:bodyPr/>
          <a:lstStyle/>
          <a:p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CBC01B8-FB52-27EE-1CD6-0180333CE5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316145" y="2481624"/>
            <a:ext cx="7169385" cy="3235393"/>
          </a:xfrm>
        </p:spPr>
        <p:txBody>
          <a:bodyPr>
            <a:normAutofit/>
          </a:bodyPr>
          <a:lstStyle/>
          <a:p>
            <a:pPr marL="285750" indent="-285750">
              <a:buClr>
                <a:srgbClr val="0D0D0D"/>
              </a:buClr>
              <a:buFont typeface="Wingdings" panose="05000000000000000000" pitchFamily="2" charset="2"/>
              <a:buChar char="§"/>
            </a:pPr>
            <a:r>
              <a:rPr lang="en-US" sz="1800"/>
              <a:t>This project aims to address the lack of a simple, cost-effective solution for remote home appliance control using Bluetooth technology and an embedded microcontroller.</a:t>
            </a:r>
          </a:p>
          <a:p>
            <a:pPr marL="285750" indent="-285750">
              <a:buClr>
                <a:srgbClr val="0D0D0D"/>
              </a:buClr>
              <a:buFont typeface="Wingdings" panose="05000000000000000000" pitchFamily="2" charset="2"/>
              <a:buChar char="§"/>
            </a:pPr>
            <a:r>
              <a:rPr lang="en-US" sz="1800"/>
              <a:t>This STM32 Bluetooth project solves the problem of inconvenient manual control of home appliances by enabling users to wirelessly operate devices using a mobile application.</a:t>
            </a:r>
            <a:endParaRPr lang="en-US" sz="18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68C54-1820-3B00-1C96-88D7349FD7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C1EF105-497F-4EFD-8E5D-D4573ED81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370364" y="-23539"/>
            <a:ext cx="2562565" cy="6885155"/>
            <a:chOff x="7370364" y="-23539"/>
            <a:chExt cx="2562565" cy="6885155"/>
          </a:xfrm>
        </p:grpSpPr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2F08D551-B30D-FCB1-C8B2-0160EC5309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7829202" y="5156615"/>
              <a:ext cx="878334" cy="1705001"/>
            </a:xfrm>
            <a:prstGeom prst="rect">
              <a:avLst/>
            </a:prstGeom>
          </p:spPr>
        </p:pic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F5AA2D64-53A7-BC77-FBA2-EC723D3114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>
            <a:xfrm>
              <a:off x="7370364" y="-23539"/>
              <a:ext cx="2562565" cy="6884359"/>
            </a:xfrm>
            <a:custGeom>
              <a:avLst/>
              <a:gdLst>
                <a:gd name="connsiteX0" fmla="*/ 2535833 w 2562565"/>
                <a:gd name="connsiteY0" fmla="*/ 0 h 6884359"/>
                <a:gd name="connsiteX1" fmla="*/ 2106829 w 2562565"/>
                <a:gd name="connsiteY1" fmla="*/ 1564627 h 6884359"/>
                <a:gd name="connsiteX2" fmla="*/ 1764389 w 2562565"/>
                <a:gd name="connsiteY2" fmla="*/ 2840498 h 6884359"/>
                <a:gd name="connsiteX3" fmla="*/ 1579803 w 2562565"/>
                <a:gd name="connsiteY3" fmla="*/ 2925726 h 6884359"/>
                <a:gd name="connsiteX4" fmla="*/ 1467779 w 2562565"/>
                <a:gd name="connsiteY4" fmla="*/ 2731101 h 6884359"/>
                <a:gd name="connsiteX5" fmla="*/ 1727472 w 2562565"/>
                <a:gd name="connsiteY5" fmla="*/ 1773244 h 6884359"/>
                <a:gd name="connsiteX6" fmla="*/ 1709650 w 2562565"/>
                <a:gd name="connsiteY6" fmla="*/ 1633318 h 6884359"/>
                <a:gd name="connsiteX7" fmla="*/ 1597625 w 2562565"/>
                <a:gd name="connsiteY7" fmla="*/ 1546818 h 6884359"/>
                <a:gd name="connsiteX8" fmla="*/ 1372303 w 2562565"/>
                <a:gd name="connsiteY8" fmla="*/ 1676568 h 6884359"/>
                <a:gd name="connsiteX9" fmla="*/ 977670 w 2562565"/>
                <a:gd name="connsiteY9" fmla="*/ 3131798 h 6884359"/>
                <a:gd name="connsiteX10" fmla="*/ 5092 w 2562565"/>
                <a:gd name="connsiteY10" fmla="*/ 6867823 h 6884359"/>
                <a:gd name="connsiteX11" fmla="*/ 0 w 2562565"/>
                <a:gd name="connsiteY11" fmla="*/ 6884360 h 6884359"/>
                <a:gd name="connsiteX12" fmla="*/ 26733 w 2562565"/>
                <a:gd name="connsiteY12" fmla="*/ 6884360 h 6884359"/>
                <a:gd name="connsiteX13" fmla="*/ 1003131 w 2562565"/>
                <a:gd name="connsiteY13" fmla="*/ 3139431 h 6884359"/>
                <a:gd name="connsiteX14" fmla="*/ 1397763 w 2562565"/>
                <a:gd name="connsiteY14" fmla="*/ 1684200 h 6884359"/>
                <a:gd name="connsiteX15" fmla="*/ 1592533 w 2562565"/>
                <a:gd name="connsiteY15" fmla="*/ 1572259 h 6884359"/>
                <a:gd name="connsiteX16" fmla="*/ 1688009 w 2562565"/>
                <a:gd name="connsiteY16" fmla="*/ 1646039 h 6884359"/>
                <a:gd name="connsiteX17" fmla="*/ 1703285 w 2562565"/>
                <a:gd name="connsiteY17" fmla="*/ 1766884 h 6884359"/>
                <a:gd name="connsiteX18" fmla="*/ 1443591 w 2562565"/>
                <a:gd name="connsiteY18" fmla="*/ 2724741 h 6884359"/>
                <a:gd name="connsiteX19" fmla="*/ 1573438 w 2562565"/>
                <a:gd name="connsiteY19" fmla="*/ 2949894 h 6884359"/>
                <a:gd name="connsiteX20" fmla="*/ 1788577 w 2562565"/>
                <a:gd name="connsiteY20" fmla="*/ 2849402 h 6884359"/>
                <a:gd name="connsiteX21" fmla="*/ 1788577 w 2562565"/>
                <a:gd name="connsiteY21" fmla="*/ 2848130 h 6884359"/>
                <a:gd name="connsiteX22" fmla="*/ 2131016 w 2562565"/>
                <a:gd name="connsiteY22" fmla="*/ 1570987 h 6884359"/>
                <a:gd name="connsiteX23" fmla="*/ 2562566 w 2562565"/>
                <a:gd name="connsiteY23" fmla="*/ 1272 h 6884359"/>
                <a:gd name="connsiteX24" fmla="*/ 2535833 w 2562565"/>
                <a:gd name="connsiteY24" fmla="*/ 0 h 688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62565" h="6884359">
                  <a:moveTo>
                    <a:pt x="2535833" y="0"/>
                  </a:moveTo>
                  <a:lnTo>
                    <a:pt x="2106829" y="1564627"/>
                  </a:lnTo>
                  <a:lnTo>
                    <a:pt x="1764389" y="2840498"/>
                  </a:lnTo>
                  <a:cubicBezTo>
                    <a:pt x="1731291" y="2910461"/>
                    <a:pt x="1653638" y="2946078"/>
                    <a:pt x="1579803" y="2925726"/>
                  </a:cubicBezTo>
                  <a:cubicBezTo>
                    <a:pt x="1495785" y="2902829"/>
                    <a:pt x="1444864" y="2815057"/>
                    <a:pt x="1467779" y="2731101"/>
                  </a:cubicBezTo>
                  <a:lnTo>
                    <a:pt x="1727472" y="1773244"/>
                  </a:lnTo>
                  <a:cubicBezTo>
                    <a:pt x="1740202" y="1726178"/>
                    <a:pt x="1733837" y="1676568"/>
                    <a:pt x="1709650" y="1633318"/>
                  </a:cubicBezTo>
                  <a:cubicBezTo>
                    <a:pt x="1685463" y="1590068"/>
                    <a:pt x="1646000" y="1559539"/>
                    <a:pt x="1597625" y="1546818"/>
                  </a:cubicBezTo>
                  <a:cubicBezTo>
                    <a:pt x="1499604" y="1520105"/>
                    <a:pt x="1397763" y="1578620"/>
                    <a:pt x="1372303" y="1676568"/>
                  </a:cubicBezTo>
                  <a:lnTo>
                    <a:pt x="977670" y="3131798"/>
                  </a:lnTo>
                  <a:lnTo>
                    <a:pt x="5092" y="6867823"/>
                  </a:lnTo>
                  <a:cubicBezTo>
                    <a:pt x="5092" y="6867823"/>
                    <a:pt x="1273" y="6880544"/>
                    <a:pt x="0" y="6884360"/>
                  </a:cubicBezTo>
                  <a:lnTo>
                    <a:pt x="26733" y="6884360"/>
                  </a:lnTo>
                  <a:lnTo>
                    <a:pt x="1003131" y="3139431"/>
                  </a:lnTo>
                  <a:lnTo>
                    <a:pt x="1397763" y="1684200"/>
                  </a:lnTo>
                  <a:cubicBezTo>
                    <a:pt x="1420677" y="1600245"/>
                    <a:pt x="1508515" y="1549363"/>
                    <a:pt x="1592533" y="1572259"/>
                  </a:cubicBezTo>
                  <a:cubicBezTo>
                    <a:pt x="1633270" y="1583708"/>
                    <a:pt x="1667641" y="1609149"/>
                    <a:pt x="1688009" y="1646039"/>
                  </a:cubicBezTo>
                  <a:cubicBezTo>
                    <a:pt x="1709650" y="1682928"/>
                    <a:pt x="1714742" y="1724906"/>
                    <a:pt x="1703285" y="1766884"/>
                  </a:cubicBezTo>
                  <a:lnTo>
                    <a:pt x="1443591" y="2724741"/>
                  </a:lnTo>
                  <a:cubicBezTo>
                    <a:pt x="1416858" y="2822689"/>
                    <a:pt x="1475417" y="2924453"/>
                    <a:pt x="1573438" y="2949894"/>
                  </a:cubicBezTo>
                  <a:cubicBezTo>
                    <a:pt x="1660003" y="2972792"/>
                    <a:pt x="1750386" y="2930814"/>
                    <a:pt x="1788577" y="2849402"/>
                  </a:cubicBezTo>
                  <a:lnTo>
                    <a:pt x="1788577" y="2848130"/>
                  </a:lnTo>
                  <a:lnTo>
                    <a:pt x="2131016" y="1570987"/>
                  </a:lnTo>
                  <a:lnTo>
                    <a:pt x="2562566" y="1272"/>
                  </a:lnTo>
                  <a:cubicBezTo>
                    <a:pt x="2553655" y="0"/>
                    <a:pt x="2544744" y="0"/>
                    <a:pt x="2535833" y="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6AAD6FC-F027-B69A-EB3D-5C7D1C3015B4}"/>
              </a:ext>
            </a:extLst>
          </p:cNvPr>
          <p:cNvSpPr txBox="1"/>
          <p:nvPr/>
        </p:nvSpPr>
        <p:spPr>
          <a:xfrm>
            <a:off x="530091" y="1225249"/>
            <a:ext cx="773827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>
                <a:latin typeface="Bodoni MT Black" panose="02070A03080606020203" pitchFamily="18" charset="0"/>
              </a:rPr>
              <a:t>“Many homes still rely on manual operation of electrical appliances, which can be inconvenient and inefficent”. </a:t>
            </a:r>
            <a:endParaRPr lang="en-IN">
              <a:latin typeface="Bodoni MT Black" panose="02070A03080606020203" pitchFamily="18" charset="0"/>
            </a:endParaRPr>
          </a:p>
        </p:txBody>
      </p:sp>
      <p:pic>
        <p:nvPicPr>
          <p:cNvPr id="18" name="Picture Placeholder 17">
            <a:extLst>
              <a:ext uri="{FF2B5EF4-FFF2-40B4-BE49-F238E27FC236}">
                <a16:creationId xmlns:a16="http://schemas.microsoft.com/office/drawing/2014/main" id="{D2E24AA3-22C6-9AFE-9231-343A90C725BA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8124" t="-626" r="24730" b="626"/>
          <a:stretch>
            <a:fillRect/>
          </a:stretch>
        </p:blipFill>
        <p:spPr>
          <a:xfrm flipH="1">
            <a:off x="7163691" y="0"/>
            <a:ext cx="5024825" cy="6858000"/>
          </a:xfrm>
        </p:spPr>
      </p:pic>
    </p:spTree>
    <p:extLst>
      <p:ext uri="{BB962C8B-B14F-4D97-AF65-F5344CB8AC3E}">
        <p14:creationId xmlns:p14="http://schemas.microsoft.com/office/powerpoint/2010/main" val="25812175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0CCD53A-3321-FDB9-CA50-70544F935C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3501" y="-69832"/>
            <a:ext cx="5019367" cy="167846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8BD71C-DCE9-9855-DCBE-675F20E9468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24786" y="1831286"/>
            <a:ext cx="3550911" cy="4014175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/>
                </a:solidFill>
              </a:rPr>
              <a:t>1. To design and implement a wireless system for controlling home appliances such as fans and LED lights using Bluetooth technology and a mobile application.</a:t>
            </a:r>
            <a:endParaRPr lang="en-IN" sz="2100">
              <a:solidFill>
                <a:schemeClr val="tx1"/>
              </a:solidFill>
            </a:endParaRPr>
          </a:p>
          <a:p>
            <a:endParaRPr lang="en-US" sz="21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EAC814C-D211-009A-190F-549B7A0D639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299737" y="1831286"/>
            <a:ext cx="3438740" cy="4075907"/>
          </a:xfrm>
        </p:spPr>
        <p:txBody>
          <a:bodyPr>
            <a:normAutofit/>
          </a:bodyPr>
          <a:lstStyle/>
          <a:p>
            <a:r>
              <a:rPr lang="en-US" sz="2100">
                <a:solidFill>
                  <a:schemeClr val="tx1"/>
                </a:solidFill>
              </a:rPr>
              <a:t>2. To enhance user convenience and energy efficiency by allowing remote activation and deactivation of devices through the STM32 microcontroller and relay interface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5B8455C-CEA2-F7C8-E898-97C86849DC0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41026" y="1831286"/>
            <a:ext cx="3391055" cy="4075907"/>
          </a:xfrm>
        </p:spPr>
        <p:txBody>
          <a:bodyPr>
            <a:noAutofit/>
          </a:bodyPr>
          <a:lstStyle/>
          <a:p>
            <a:r>
              <a:rPr lang="en-US" sz="2100">
                <a:solidFill>
                  <a:schemeClr val="tx1"/>
                </a:solidFill>
              </a:rPr>
              <a:t>3. To create a reliable and user-friendly home automation prototype that demonstrates the integration of wireless communication, embedded control, and practical power management using readily available electronic components.</a:t>
            </a:r>
          </a:p>
          <a:p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14DC98-ED35-A03F-CA2C-D54F23D0FD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036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C51E62-7F55-3B6A-FF5F-39D8CFE741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561" y="202101"/>
            <a:ext cx="6732237" cy="1017147"/>
          </a:xfrm>
        </p:spPr>
        <p:txBody>
          <a:bodyPr>
            <a:normAutofit fontScale="90000"/>
          </a:bodyPr>
          <a:lstStyle/>
          <a:p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Hardware Specification</a:t>
            </a:r>
            <a:b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92E10BC-24CF-FA22-F0EC-E5731180F9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48474" y="6461633"/>
            <a:ext cx="6637071" cy="365125"/>
          </a:xfrm>
        </p:spPr>
        <p:txBody>
          <a:bodyPr/>
          <a:lstStyle/>
          <a:p>
            <a:r>
              <a:rPr lang="en-US"/>
              <a:t>Pin  specification</a:t>
            </a:r>
          </a:p>
          <a:p>
            <a:endParaRPr lang="en-US" dirty="0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A0F88C39-60B8-7163-0602-9B68A9FCDB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9D9E7EC-CC76-BECF-BCF7-57E398EB5ECE}"/>
              </a:ext>
            </a:extLst>
          </p:cNvPr>
          <p:cNvSpPr txBox="1"/>
          <p:nvPr/>
        </p:nvSpPr>
        <p:spPr>
          <a:xfrm>
            <a:off x="380999" y="875472"/>
            <a:ext cx="5707626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>
                <a:solidFill>
                  <a:schemeClr val="tx1">
                    <a:lumMod val="95000"/>
                    <a:lumOff val="5000"/>
                  </a:schemeClr>
                </a:solidFill>
              </a:rPr>
              <a:t>1. Microcontroller: STM32F446RE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32-bit ARM Cortex MCU with UART communication support.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MCU Core: ARM Cortex-M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Operating Voltage: 3.3V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Clock Speed: Typically up to 180 MHz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 Communication: UART, SPI, I2C support 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2B5E11B6-8575-206D-2B49-D2064452800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072" t="18517" r="12841" b="17247"/>
          <a:stretch>
            <a:fillRect/>
          </a:stretch>
        </p:blipFill>
        <p:spPr>
          <a:xfrm>
            <a:off x="844870" y="3390257"/>
            <a:ext cx="3345382" cy="2900517"/>
          </a:xfrm>
          <a:prstGeom prst="rect">
            <a:avLst/>
          </a:prstGeom>
        </p:spPr>
      </p:pic>
      <p:pic>
        <p:nvPicPr>
          <p:cNvPr id="104" name="Picture 103">
            <a:extLst>
              <a:ext uri="{FF2B5EF4-FFF2-40B4-BE49-F238E27FC236}">
                <a16:creationId xmlns:a16="http://schemas.microsoft.com/office/drawing/2014/main" id="{FB67DFEE-5DB8-EDFB-FBC4-920B0AE94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5175" y="436934"/>
            <a:ext cx="3925194" cy="4763585"/>
          </a:xfrm>
          <a:prstGeom prst="rect">
            <a:avLst/>
          </a:prstGeom>
        </p:spPr>
      </p:pic>
      <p:sp>
        <p:nvSpPr>
          <p:cNvPr id="105" name="Footer Placeholder 13">
            <a:extLst>
              <a:ext uri="{FF2B5EF4-FFF2-40B4-BE49-F238E27FC236}">
                <a16:creationId xmlns:a16="http://schemas.microsoft.com/office/drawing/2014/main" id="{C0BE3937-8E49-5B05-88B0-1B131D876B7B}"/>
              </a:ext>
            </a:extLst>
          </p:cNvPr>
          <p:cNvSpPr txBox="1">
            <a:spLocks/>
          </p:cNvSpPr>
          <p:nvPr/>
        </p:nvSpPr>
        <p:spPr>
          <a:xfrm>
            <a:off x="8690920" y="5200519"/>
            <a:ext cx="66370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STM32F446RETX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041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B8E8-251A-9502-9BC5-7DC7E0227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9BBF4-2299-5FBC-A90C-8BDAC9FEB1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A2667C8-EA19-BA53-A59B-FB3F6F97C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B6BB1C7-F65C-256A-B692-630C66BED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36CBEF0-5AC4-4D9E-4206-578C7174F542}"/>
              </a:ext>
            </a:extLst>
          </p:cNvPr>
          <p:cNvSpPr txBox="1"/>
          <p:nvPr/>
        </p:nvSpPr>
        <p:spPr>
          <a:xfrm>
            <a:off x="372037" y="1557533"/>
            <a:ext cx="6096000" cy="4308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– Serial Bluetooth module for wireless communication.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Bluetooth Version: 2.0+EDR (Enhanced Data Rate)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Operating Voltage: 3.3V to 6V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Communication Interface: UART (serial communication)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Range: Up to 10 meters (approx. 33 feet) in open space (Class 2 Bluetooth)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Baud Rates: Configurable from 9600 bps to 1382400 bps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Operating Frequency: 2.4 GHz ISM band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Modes: Master/Slave configurable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Compatibility: Supports Android, Windows, and other Bluetooth-enabled devices</a:t>
            </a:r>
          </a:p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FA7BF67-9123-FE8E-8365-C73C05CD23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576" y="1557533"/>
            <a:ext cx="4676966" cy="272875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ED607CB-D943-798C-F8A1-1889CF3355C0}"/>
              </a:ext>
            </a:extLst>
          </p:cNvPr>
          <p:cNvSpPr txBox="1"/>
          <p:nvPr/>
        </p:nvSpPr>
        <p:spPr>
          <a:xfrm>
            <a:off x="258798" y="67149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2. Bluetooth Module: HC-05 </a:t>
            </a:r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86149411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87DDE-BBEE-45E6-B75D-44CD10F789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6E7114-8A19-1658-8CF4-C467B23920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579606" y="934846"/>
            <a:ext cx="6637071" cy="365125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BUCK CONVERTER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4D1D56-0560-FAF0-11B4-E51E50141A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9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9F3CDDB-12FC-5577-371C-ACEB01BDF2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10947291" y="5076228"/>
            <a:ext cx="878334" cy="17050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E341A02-DBD1-CEF6-FD47-5E50A2BF98B8}"/>
              </a:ext>
            </a:extLst>
          </p:cNvPr>
          <p:cNvSpPr txBox="1"/>
          <p:nvPr/>
        </p:nvSpPr>
        <p:spPr>
          <a:xfrm>
            <a:off x="155573" y="696909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Is used to step up and regulate 5V output from 3.7V battery.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Converts higher voltage to a stable 5V output.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Efficient DC-DC converter that maintains voltage regulation.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Powers 5V components like relay module and fan.</a:t>
            </a:r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DD10851-DB13-1A53-4340-6798A441B71F}"/>
              </a:ext>
            </a:extLst>
          </p:cNvPr>
          <p:cNvSpPr txBox="1"/>
          <p:nvPr/>
        </p:nvSpPr>
        <p:spPr>
          <a:xfrm>
            <a:off x="29579" y="136721"/>
            <a:ext cx="679315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3.Power Regulation: Buck Converter module 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6FC0136-178E-FEBF-6BEC-2F81AACBFC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982" b="14074"/>
          <a:stretch>
            <a:fillRect/>
          </a:stretch>
        </p:blipFill>
        <p:spPr>
          <a:xfrm>
            <a:off x="6921661" y="182215"/>
            <a:ext cx="2529437" cy="187038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48747B-D5B9-7094-2FA9-BA70A5B3540E}"/>
              </a:ext>
            </a:extLst>
          </p:cNvPr>
          <p:cNvSpPr txBox="1"/>
          <p:nvPr/>
        </p:nvSpPr>
        <p:spPr>
          <a:xfrm>
            <a:off x="69168" y="2648281"/>
            <a:ext cx="76920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4.Relay Module: 5V Relay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34CD22-B422-FCB6-2808-A394CBAFF5DE}"/>
              </a:ext>
            </a:extLst>
          </p:cNvPr>
          <p:cNvSpPr txBox="1"/>
          <p:nvPr/>
        </p:nvSpPr>
        <p:spPr>
          <a:xfrm>
            <a:off x="30275" y="3184193"/>
            <a:ext cx="769201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Electromechanical switch controlled by STM32 via 5V signal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Isolates control signals from high-power appliances.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Switches the 5V fan ON/OFF safely.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Coil Voltage: 5V DC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Switching Current: Usually up to 10A for appliances</a:t>
            </a:r>
          </a:p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39123B3C-C74C-C4E0-8599-8614CF936DF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0139" b="28757"/>
          <a:stretch>
            <a:fillRect/>
          </a:stretch>
        </p:blipFill>
        <p:spPr>
          <a:xfrm>
            <a:off x="8554220" y="2535621"/>
            <a:ext cx="3028336" cy="1244783"/>
          </a:xfrm>
          <a:prstGeom prst="rect">
            <a:avLst/>
          </a:prstGeom>
        </p:spPr>
      </p:pic>
      <p:sp>
        <p:nvSpPr>
          <p:cNvPr id="24" name="Footer Placeholder 3">
            <a:extLst>
              <a:ext uri="{FF2B5EF4-FFF2-40B4-BE49-F238E27FC236}">
                <a16:creationId xmlns:a16="http://schemas.microsoft.com/office/drawing/2014/main" id="{550E288B-15F8-3141-64D1-2982EB84445C}"/>
              </a:ext>
            </a:extLst>
          </p:cNvPr>
          <p:cNvSpPr txBox="1">
            <a:spLocks/>
          </p:cNvSpPr>
          <p:nvPr/>
        </p:nvSpPr>
        <p:spPr>
          <a:xfrm>
            <a:off x="9255428" y="3921268"/>
            <a:ext cx="66370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5V RELAY MODULE</a:t>
            </a: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1D97141-DF10-FC61-EE87-CCE87EDFFA47}"/>
              </a:ext>
            </a:extLst>
          </p:cNvPr>
          <p:cNvSpPr txBox="1"/>
          <p:nvPr/>
        </p:nvSpPr>
        <p:spPr>
          <a:xfrm>
            <a:off x="69168" y="503164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5.Load: 5V Dual-Fan Unit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AED8D03-A469-D274-D3A3-6108FBA06230}"/>
              </a:ext>
            </a:extLst>
          </p:cNvPr>
          <p:cNvSpPr txBox="1"/>
          <p:nvPr/>
        </p:nvSpPr>
        <p:spPr>
          <a:xfrm>
            <a:off x="29579" y="5679554"/>
            <a:ext cx="70997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Typical low voltage fan used in cooling or ventilation.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Powered directly by regulated 5V supply, switched via relay.</a:t>
            </a:r>
          </a:p>
        </p:txBody>
      </p:sp>
      <p:pic>
        <p:nvPicPr>
          <p:cNvPr id="28" name="Picture 2" descr="Dell 2PVRX | PVA092J12M-P - Serverworlds">
            <a:extLst>
              <a:ext uri="{FF2B5EF4-FFF2-40B4-BE49-F238E27FC236}">
                <a16:creationId xmlns:a16="http://schemas.microsoft.com/office/drawing/2014/main" id="{D79CB661-0E63-608B-9B4C-C7B2918CC9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383" b="26766"/>
          <a:stretch>
            <a:fillRect/>
          </a:stretch>
        </p:blipFill>
        <p:spPr bwMode="auto">
          <a:xfrm>
            <a:off x="6846794" y="4845395"/>
            <a:ext cx="2737245" cy="1200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Footer Placeholder 3">
            <a:extLst>
              <a:ext uri="{FF2B5EF4-FFF2-40B4-BE49-F238E27FC236}">
                <a16:creationId xmlns:a16="http://schemas.microsoft.com/office/drawing/2014/main" id="{98C70E1C-E9BC-3D71-0E88-0518E6390568}"/>
              </a:ext>
            </a:extLst>
          </p:cNvPr>
          <p:cNvSpPr txBox="1">
            <a:spLocks/>
          </p:cNvSpPr>
          <p:nvPr/>
        </p:nvSpPr>
        <p:spPr>
          <a:xfrm>
            <a:off x="7309453" y="5925649"/>
            <a:ext cx="66370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>
                <a:solidFill>
                  <a:schemeClr val="tx1">
                    <a:lumMod val="95000"/>
                    <a:lumOff val="5000"/>
                  </a:schemeClr>
                </a:solidFill>
              </a:rPr>
              <a:t>DUAL FAN UNIT</a:t>
            </a:r>
          </a:p>
          <a:p>
            <a:endParaRPr lang="en-US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474759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936B40-AC27-4EEB-2C8C-A1E557493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78C1B-C8EA-C9DA-58F7-BDEA34705A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10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3FC7093-6F81-B200-F90D-3C1EC1B6B66C}"/>
              </a:ext>
            </a:extLst>
          </p:cNvPr>
          <p:cNvSpPr txBox="1"/>
          <p:nvPr/>
        </p:nvSpPr>
        <p:spPr>
          <a:xfrm>
            <a:off x="239625" y="4081708"/>
            <a:ext cx="6096000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>
                <a:solidFill>
                  <a:schemeClr val="tx1">
                    <a:lumMod val="95000"/>
                    <a:lumOff val="5000"/>
                  </a:schemeClr>
                </a:solidFill>
              </a:rPr>
              <a:t>Supporting Components: </a:t>
            </a: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Connecting wires, breadboard, resistors , and power connectors.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34F3055-367F-A8A9-2D5D-69DF3EF3F40E}"/>
              </a:ext>
            </a:extLst>
          </p:cNvPr>
          <p:cNvSpPr txBox="1"/>
          <p:nvPr/>
        </p:nvSpPr>
        <p:spPr>
          <a:xfrm>
            <a:off x="239625" y="276298"/>
            <a:ext cx="743318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4.LED (Home Appliance Lighting Simulation):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Operating Voltage: 2V to 3.3V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Forward Current: 10mA to 20mA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Power Rating: Around 0.06W to 0.1W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Purpose: Visual indicator and simulated home lighting control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AFB2C69-EB04-F3A9-DB25-9666D45E10C0}"/>
              </a:ext>
            </a:extLst>
          </p:cNvPr>
          <p:cNvSpPr txBox="1"/>
          <p:nvPr/>
        </p:nvSpPr>
        <p:spPr>
          <a:xfrm>
            <a:off x="239625" y="2047331"/>
            <a:ext cx="6096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>
                <a:solidFill>
                  <a:schemeClr val="tx1">
                    <a:lumMod val="95000"/>
                    <a:lumOff val="5000"/>
                  </a:schemeClr>
                </a:solidFill>
              </a:rPr>
              <a:t>5. 3.7V Li-Ion Battery Pack: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Rechargeable lithium-ion battery providing a compact power source.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Offers good energy density for portable applications.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Supplies power to the entire circuit.</a:t>
            </a:r>
          </a:p>
        </p:txBody>
      </p:sp>
      <p:pic>
        <p:nvPicPr>
          <p:cNvPr id="2052" name="Picture 4" descr="Red LED 10mm - 5 Pieces Pack buy online at Low Price in India ...">
            <a:extLst>
              <a:ext uri="{FF2B5EF4-FFF2-40B4-BE49-F238E27FC236}">
                <a16:creationId xmlns:a16="http://schemas.microsoft.com/office/drawing/2014/main" id="{53CEA4D1-0252-A7DD-7258-8634D8A586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50309" y="203188"/>
            <a:ext cx="1778558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Footer Placeholder 3">
            <a:extLst>
              <a:ext uri="{FF2B5EF4-FFF2-40B4-BE49-F238E27FC236}">
                <a16:creationId xmlns:a16="http://schemas.microsoft.com/office/drawing/2014/main" id="{9C7B5B23-6F13-BD6F-E37A-C6816A389D56}"/>
              </a:ext>
            </a:extLst>
          </p:cNvPr>
          <p:cNvSpPr txBox="1">
            <a:spLocks/>
          </p:cNvSpPr>
          <p:nvPr/>
        </p:nvSpPr>
        <p:spPr>
          <a:xfrm>
            <a:off x="9888870" y="909904"/>
            <a:ext cx="66370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00">
                <a:solidFill>
                  <a:schemeClr val="tx1">
                    <a:lumMod val="95000"/>
                    <a:lumOff val="5000"/>
                  </a:schemeClr>
                </a:solidFill>
              </a:rPr>
              <a:t>LED</a:t>
            </a:r>
          </a:p>
          <a:p>
            <a:endParaRPr lang="en-US" sz="13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sz="13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054" name="Picture 6" descr="SP Electron Pack of 2 Pcs 2000 Mah 3.7 Volt Lithium Battery with 2 Cell ...">
            <a:extLst>
              <a:ext uri="{FF2B5EF4-FFF2-40B4-BE49-F238E27FC236}">
                <a16:creationId xmlns:a16="http://schemas.microsoft.com/office/drawing/2014/main" id="{B63FB60A-F910-25B1-E886-499336B137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13" t="18049" r="7514" b="9652"/>
          <a:stretch>
            <a:fillRect/>
          </a:stretch>
        </p:blipFill>
        <p:spPr bwMode="auto">
          <a:xfrm>
            <a:off x="6142413" y="2074554"/>
            <a:ext cx="2925677" cy="17785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Footer Placeholder 3">
            <a:extLst>
              <a:ext uri="{FF2B5EF4-FFF2-40B4-BE49-F238E27FC236}">
                <a16:creationId xmlns:a16="http://schemas.microsoft.com/office/drawing/2014/main" id="{8BF38670-4E8E-B65D-7C08-39430D5190AC}"/>
              </a:ext>
            </a:extLst>
          </p:cNvPr>
          <p:cNvSpPr txBox="1">
            <a:spLocks/>
          </p:cNvSpPr>
          <p:nvPr/>
        </p:nvSpPr>
        <p:spPr>
          <a:xfrm>
            <a:off x="6894585" y="3853112"/>
            <a:ext cx="6637071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100" b="0" i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LI-ION BATTERY</a:t>
            </a:r>
          </a:p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6F4F05B-7AC0-0EA7-2CDF-3918FA6CFE76}"/>
              </a:ext>
            </a:extLst>
          </p:cNvPr>
          <p:cNvSpPr txBox="1"/>
          <p:nvPr/>
        </p:nvSpPr>
        <p:spPr>
          <a:xfrm>
            <a:off x="381964" y="4977311"/>
            <a:ext cx="8264324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Specification:</a:t>
            </a: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STM32CubeIDE software</a:t>
            </a: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language:embedded C</a:t>
            </a:r>
          </a:p>
          <a:p>
            <a:endParaRPr lang="en-IN" sz="200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b="1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75398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DB82F-3D72-079C-21B4-19B8038B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F65CB-7A5B-F9EB-70E0-F2A1D5E28C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608473"/>
            <a:ext cx="617912" cy="47426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EA89D6-993C-9A6D-1D34-A55E5F1314F2}"/>
              </a:ext>
            </a:extLst>
          </p:cNvPr>
          <p:cNvSpPr txBox="1"/>
          <p:nvPr/>
        </p:nvSpPr>
        <p:spPr>
          <a:xfrm>
            <a:off x="6884568" y="730791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CIRCUIT DIAGRAM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3CB607-AD0D-DAE9-5B5E-83C521239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1751" y="1619735"/>
            <a:ext cx="6446331" cy="436899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C900FE9-5405-65E8-DF2D-23AC68C9A4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2419" t="26953" r="4113" b="15115"/>
          <a:stretch>
            <a:fillRect/>
          </a:stretch>
        </p:blipFill>
        <p:spPr>
          <a:xfrm>
            <a:off x="719131" y="1963206"/>
            <a:ext cx="4196998" cy="40864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0CF367-7EAC-3086-C0A3-37717AC95629}"/>
              </a:ext>
            </a:extLst>
          </p:cNvPr>
          <p:cNvSpPr txBox="1"/>
          <p:nvPr/>
        </p:nvSpPr>
        <p:spPr>
          <a:xfrm>
            <a:off x="866615" y="734105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/>
              <a:t>PINOUT CONFIGURATION</a:t>
            </a:r>
          </a:p>
        </p:txBody>
      </p:sp>
    </p:spTree>
    <p:extLst>
      <p:ext uri="{BB962C8B-B14F-4D97-AF65-F5344CB8AC3E}">
        <p14:creationId xmlns:p14="http://schemas.microsoft.com/office/powerpoint/2010/main" val="946610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87EE4-0F77-0173-AC5A-9FBAE6AE8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1204" y="335961"/>
            <a:ext cx="8935507" cy="949467"/>
          </a:xfrm>
        </p:spPr>
        <p:txBody>
          <a:bodyPr>
            <a:normAutofit/>
          </a:bodyPr>
          <a:lstStyle/>
          <a:p>
            <a:r>
              <a:rPr lang="en-US"/>
              <a:t>Block Diagram: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B1CD4-3111-5E9F-7893-9B96015B8F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313DF1B8-48E1-A0F1-C69D-7B671CD1D1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05D9C41A-6441-7A5C-EAE1-D96C71F24F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316C46D-9426-557A-6E2C-4F3B558435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4431" b="27808"/>
          <a:stretch>
            <a:fillRect/>
          </a:stretch>
        </p:blipFill>
        <p:spPr>
          <a:xfrm>
            <a:off x="1137424" y="1790137"/>
            <a:ext cx="9631122" cy="3636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66099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9D4865-96D0-3ABA-C374-92BD7659F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7F23A-50FC-69A9-1A63-BF9437867C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2F98423-4C07-DB28-A59F-015C37964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9A2D0F9-3CA8-62E3-66B5-D9EB8F1B5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C5B3387-131F-B874-0C29-8069489A7099}"/>
              </a:ext>
            </a:extLst>
          </p:cNvPr>
          <p:cNvSpPr txBox="1"/>
          <p:nvPr/>
        </p:nvSpPr>
        <p:spPr>
          <a:xfrm>
            <a:off x="386514" y="1455416"/>
            <a:ext cx="1141897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Battery Pack (3.7V Li-Ion): This is the primary power source providing 3.7V for the system.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Buck Converter (5V Regulated Supply): This converts and regulates the battery voltage up to a stable 5V needed to power other components.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STM32 Microcontroller: Acts as the brain of the system, controlling operations, interpreting Bluetooth commands, and sending control signals.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HC-05 Bluetooth Module: Facilitates wireless communication between the STM32 and a mobile device, enabling remote control.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Relay Microtech Module: Receives control signals from STM32 to switch connected appliances ON or OFF safely.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LED Light and 5V Fan: Represent the home appliances being controlled—LED simulates lighting, and the fan simulates typical household appliance load.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Power flows from the battery through the buck converter to maintain a steady 5V supply. The microcontroller communicates with the Bluetooth module to receive commands and then actuates the relay module to control the appliances accordingly, allowing wireless home automation control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C1813D0-6527-4EA0-CE1D-2CB8DF65C99D}"/>
              </a:ext>
            </a:extLst>
          </p:cNvPr>
          <p:cNvSpPr txBox="1"/>
          <p:nvPr/>
        </p:nvSpPr>
        <p:spPr>
          <a:xfrm>
            <a:off x="440677" y="651931"/>
            <a:ext cx="609407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200" b="1"/>
              <a:t>Explanation of the block diagram:</a:t>
            </a:r>
          </a:p>
        </p:txBody>
      </p:sp>
    </p:spTree>
    <p:extLst>
      <p:ext uri="{BB962C8B-B14F-4D97-AF65-F5344CB8AC3E}">
        <p14:creationId xmlns:p14="http://schemas.microsoft.com/office/powerpoint/2010/main" val="18352230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A54E37-E3A0-A4CC-28DE-A63FB5B67D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1F06-0F88-D839-7747-72CB5EA1B0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883" y="-23140"/>
            <a:ext cx="8935507" cy="949467"/>
          </a:xfrm>
        </p:spPr>
        <p:txBody>
          <a:bodyPr>
            <a:normAutofit/>
          </a:bodyPr>
          <a:lstStyle/>
          <a:p>
            <a:r>
              <a:rPr lang="en-US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Flow Chart:</a:t>
            </a: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42E7B-625B-A3DC-F450-463FD98833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493435"/>
            <a:ext cx="617912" cy="162464"/>
          </a:xfrm>
        </p:spPr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14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4D7BA5-9491-B85D-4B57-251EF42AEA87}"/>
              </a:ext>
            </a:extLst>
          </p:cNvPr>
          <p:cNvSpPr txBox="1"/>
          <p:nvPr/>
        </p:nvSpPr>
        <p:spPr>
          <a:xfrm>
            <a:off x="90210" y="1315521"/>
            <a:ext cx="546711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Start: The system is powered on by the battery supply.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Initialization: The STM32 microcontroller and HC-05 Bluetooth module are initialized to get ready for communication.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Wait for Command: The microcontroller waits and listens for commands from the connected mobile app over Bluetooth.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Receive Command: Once a command is received, it is decoded to understand the user’s instruction.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Decision: Based on the decoded command, the system decides whether to turn the relay ON or OFF.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Control Relay: The relay module is activated or deactivated to switch the connected appliance (e.g., a fan) ON or OFF accordingly.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F28CC91-84D6-2078-213F-2E715687071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50" r="1373"/>
          <a:stretch>
            <a:fillRect/>
          </a:stretch>
        </p:blipFill>
        <p:spPr>
          <a:xfrm>
            <a:off x="6109370" y="362083"/>
            <a:ext cx="6011119" cy="6111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65265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23532-0C69-C609-5B6D-3C31522763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BBE29C-FDE1-69FE-4A18-EC408C189F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15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D04C625D-5736-A07D-2DE4-2C00E08A40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1DB9956-0C6B-7A18-3F1B-060E87B3F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B97C723-2CAF-EB06-FD04-331C9A156605}"/>
              </a:ext>
            </a:extLst>
          </p:cNvPr>
          <p:cNvSpPr txBox="1"/>
          <p:nvPr/>
        </p:nvSpPr>
        <p:spPr>
          <a:xfrm>
            <a:off x="373967" y="202101"/>
            <a:ext cx="6094070" cy="701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AC8B4D-CCBF-202B-3C65-DF8D86F04551}"/>
              </a:ext>
            </a:extLst>
          </p:cNvPr>
          <p:cNvSpPr txBox="1"/>
          <p:nvPr/>
        </p:nvSpPr>
        <p:spPr>
          <a:xfrm>
            <a:off x="682923" y="1463296"/>
            <a:ext cx="10394579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In this smart home automation project, the STM32 microcontroller with HC-05 Bluetooth module successfully enabled wireless control of home appliances, specifically the LED light and 5V fan.</a:t>
            </a:r>
          </a:p>
          <a:p>
            <a:endParaRPr lang="en-IN" sz="200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Results: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Reliable Bluetooth communication was established between the mobile device and the HC-05 module, allowing stable transmission of control commands.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The STM32 decoded the incoming commands and accurately controlled the relay module to switch the LED light and fan ON/OFF.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The buck converter provided a stable 5V regulated supply to the relay, fan, and other peripherals from the 3.7V Li-Ion battery, ensuring uninterrupted operation.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The system demonstrated fast response times and consistent operation within the Bluetooth range (up to 10 meters).</a:t>
            </a:r>
          </a:p>
        </p:txBody>
      </p:sp>
    </p:spTree>
    <p:extLst>
      <p:ext uri="{BB962C8B-B14F-4D97-AF65-F5344CB8AC3E}">
        <p14:creationId xmlns:p14="http://schemas.microsoft.com/office/powerpoint/2010/main" val="3539932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3BFCB-38B7-1C97-77FD-AE434BE62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C2BEFC-98F1-C839-5329-99B3EDB81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9039" y="3400688"/>
            <a:ext cx="617912" cy="403397"/>
          </a:xfrm>
        </p:spPr>
        <p:txBody>
          <a:bodyPr/>
          <a:lstStyle/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[a]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6970BCF-1D24-1598-A008-F3E3FF660F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E4CE369-7BBA-0CC0-4145-B4129293AA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D8ED76A-9DDB-4729-5F39-88A3BE7BF5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966" y="128366"/>
            <a:ext cx="1406041" cy="31463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183260E-FFAF-3B2D-D79C-8A93D81057E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46717" y="128365"/>
            <a:ext cx="1406041" cy="31463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C9AE1DC-8C22-4E90-ED8D-489DF6DF7D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1607" y="128366"/>
            <a:ext cx="1406041" cy="31463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BAC0D6F-9897-2C6B-DC91-E28E8D72415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16497" y="128365"/>
            <a:ext cx="1406041" cy="3146385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26378AA-7610-5FB7-3850-A4BB57FC0349}"/>
              </a:ext>
            </a:extLst>
          </p:cNvPr>
          <p:cNvSpPr txBox="1">
            <a:spLocks/>
          </p:cNvSpPr>
          <p:nvPr/>
        </p:nvSpPr>
        <p:spPr>
          <a:xfrm>
            <a:off x="5561094" y="3429000"/>
            <a:ext cx="617912" cy="5175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[d]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66CA7504-90E5-FEC7-3553-CCB02824F41B}"/>
              </a:ext>
            </a:extLst>
          </p:cNvPr>
          <p:cNvSpPr txBox="1">
            <a:spLocks/>
          </p:cNvSpPr>
          <p:nvPr/>
        </p:nvSpPr>
        <p:spPr>
          <a:xfrm>
            <a:off x="2051934" y="3438960"/>
            <a:ext cx="61791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[b]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A7A6E101-BB7A-90C0-1640-E2DE2F7E518C}"/>
              </a:ext>
            </a:extLst>
          </p:cNvPr>
          <p:cNvSpPr txBox="1">
            <a:spLocks/>
          </p:cNvSpPr>
          <p:nvPr/>
        </p:nvSpPr>
        <p:spPr>
          <a:xfrm>
            <a:off x="3834829" y="3400688"/>
            <a:ext cx="61791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t>[c]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BF3FDE6C-AB86-9800-9014-0D766E1884E0}"/>
              </a:ext>
            </a:extLst>
          </p:cNvPr>
          <p:cNvSpPr txBox="1">
            <a:spLocks/>
          </p:cNvSpPr>
          <p:nvPr/>
        </p:nvSpPr>
        <p:spPr>
          <a:xfrm>
            <a:off x="10768546" y="6290774"/>
            <a:ext cx="617912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r" defTabSz="914400" rtl="0" eaLnBrk="1" latinLnBrk="0" hangingPunct="1">
              <a:defRPr sz="11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98EE3D-8CD1-4C3F-BD1C-C98C9596463C}" type="slidenum">
              <a:rPr lang="en-US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16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14B0EDF-A2C8-10C7-E3D4-0885FF9CB55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4354" y="152835"/>
            <a:ext cx="4664962" cy="3804085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A29DF5E-F6E9-1151-8449-ADAE2DE3F7B5}"/>
              </a:ext>
            </a:extLst>
          </p:cNvPr>
          <p:cNvSpPr txBox="1"/>
          <p:nvPr/>
        </p:nvSpPr>
        <p:spPr>
          <a:xfrm>
            <a:off x="9268610" y="4112974"/>
            <a:ext cx="609407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300">
                <a:solidFill>
                  <a:schemeClr val="tx1">
                    <a:lumMod val="95000"/>
                    <a:lumOff val="5000"/>
                  </a:schemeClr>
                </a:solidFill>
              </a:rPr>
              <a:t>[e]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426379-8BD2-1E88-BCCE-218D5028333E}"/>
              </a:ext>
            </a:extLst>
          </p:cNvPr>
          <p:cNvSpPr txBox="1"/>
          <p:nvPr/>
        </p:nvSpPr>
        <p:spPr>
          <a:xfrm>
            <a:off x="53422" y="4177205"/>
            <a:ext cx="55789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[a] =&gt;command=1 =&gt;LED ON</a:t>
            </a: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[b] =&gt; command=3 =&gt;LED OFF</a:t>
            </a: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[c] =&gt;command=4  =&gt;FAN ON</a:t>
            </a: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[d] =&gt;command =5  =&gt;FAN OFF</a:t>
            </a:r>
          </a:p>
          <a:p>
            <a:r>
              <a:rPr lang="en-IN" sz="2000">
                <a:solidFill>
                  <a:schemeClr val="tx1">
                    <a:lumMod val="95000"/>
                    <a:lumOff val="5000"/>
                  </a:schemeClr>
                </a:solidFill>
              </a:rPr>
              <a:t>[e] =&gt;hardware interfacing</a:t>
            </a:r>
          </a:p>
        </p:txBody>
      </p:sp>
    </p:spTree>
    <p:extLst>
      <p:ext uri="{BB962C8B-B14F-4D97-AF65-F5344CB8AC3E}">
        <p14:creationId xmlns:p14="http://schemas.microsoft.com/office/powerpoint/2010/main" val="7270408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B9C0D-AC58-557D-9C0E-3F5DD3EED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06DCB2-D6F6-0285-E9B7-ADF39EE0FC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5939B3D8-BE98-519D-B3AE-6498BAF5F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BF949B81-A923-2EDB-5231-EA9D1A4769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C4F8A9-0D82-441D-5C55-FE14D2E1AE1F}"/>
              </a:ext>
            </a:extLst>
          </p:cNvPr>
          <p:cNvSpPr txBox="1"/>
          <p:nvPr/>
        </p:nvSpPr>
        <p:spPr>
          <a:xfrm>
            <a:off x="1289534" y="865173"/>
            <a:ext cx="931287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The project effectively automates lighting and fan control, which are common home appliance functions, enhancing convenience and energy savings.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By using Bluetooth-based control, the system avoids the need for complex wiring or internet connectivity, making it affordable and easy to implement.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The relay module provides electrical isolation, improving safety when controlling high-power appliances.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The rechargeable Li-Ion battery and efficient power management contribute to the system's portability and sustainability.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F3EE1A8-ADAE-F2C7-A20E-EBA7C69FDC07}"/>
              </a:ext>
            </a:extLst>
          </p:cNvPr>
          <p:cNvSpPr txBox="1"/>
          <p:nvPr/>
        </p:nvSpPr>
        <p:spPr>
          <a:xfrm>
            <a:off x="440677" y="239429"/>
            <a:ext cx="609407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</a:rPr>
              <a:t>Discussion: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B5C951-6D0B-015F-1EFE-75304B7446AD}"/>
              </a:ext>
            </a:extLst>
          </p:cNvPr>
          <p:cNvSpPr txBox="1"/>
          <p:nvPr/>
        </p:nvSpPr>
        <p:spPr>
          <a:xfrm>
            <a:off x="544849" y="3258407"/>
            <a:ext cx="6094070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4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Benefits of the project: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D6E6CF-97C4-27E8-5111-C3DCB1397BB4}"/>
              </a:ext>
            </a:extLst>
          </p:cNvPr>
          <p:cNvSpPr txBox="1"/>
          <p:nvPr/>
        </p:nvSpPr>
        <p:spPr>
          <a:xfrm>
            <a:off x="959785" y="3838374"/>
            <a:ext cx="1042667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Convenience: Enables remote wireless control of home appliances via Bluetooth, eliminating the need for manual operation and offering greater ease of use.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Energy Efficiency: Allows users to switch appliances ON/OFF as needed, reducing unnecessary power consumption and helping save energy.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Cost-Effective: Uses affordable components like STM32 microcontroller and HC-05 Bluetooth, making it accessible and budget-friendly.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Portability: Battery-powered system with regulated supply allows deployment in various locations without dependency on mains power.</a:t>
            </a:r>
          </a:p>
          <a:p>
            <a:endParaRPr lang="en-IN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4082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F9048-ABC3-37AC-85D5-7C78B7919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5C19-B42B-F176-D90C-009917A24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18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906E27B6-FA2E-1D6F-6B0A-BFDE7F8C29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D640C80-BC91-B95D-7BF1-9AACEBAB0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C503C5-E54C-4A1B-8605-DEA3612FC98B}"/>
              </a:ext>
            </a:extLst>
          </p:cNvPr>
          <p:cNvSpPr txBox="1"/>
          <p:nvPr/>
        </p:nvSpPr>
        <p:spPr>
          <a:xfrm>
            <a:off x="683130" y="1023261"/>
            <a:ext cx="869035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b="1">
                <a:solidFill>
                  <a:schemeClr val="tx1">
                    <a:lumMod val="95000"/>
                    <a:lumOff val="5000"/>
                  </a:schemeClr>
                </a:solidFill>
              </a:rPr>
              <a:t>Applications: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9A60E-FF50-FFCB-33EE-BB2C1CAA81E6}"/>
              </a:ext>
            </a:extLst>
          </p:cNvPr>
          <p:cNvSpPr txBox="1"/>
          <p:nvPr/>
        </p:nvSpPr>
        <p:spPr>
          <a:xfrm>
            <a:off x="592536" y="2043498"/>
            <a:ext cx="60940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Reliable Bluetooth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Accurate Relay Switching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Stable 5V Power Supply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Fast Response Time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Convenience and Energy Saving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Safe Electrical Isolation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Cost-Effective and Portable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>
                <a:solidFill>
                  <a:schemeClr val="tx1">
                    <a:lumMod val="95000"/>
                    <a:lumOff val="5000"/>
                  </a:schemeClr>
                </a:solidFill>
              </a:rPr>
              <a:t>Educational Embedded Platform</a:t>
            </a:r>
          </a:p>
        </p:txBody>
      </p:sp>
      <p:pic>
        <p:nvPicPr>
          <p:cNvPr id="12" name="Picture Placeholder 47">
            <a:extLst>
              <a:ext uri="{FF2B5EF4-FFF2-40B4-BE49-F238E27FC236}">
                <a16:creationId xmlns:a16="http://schemas.microsoft.com/office/drawing/2014/main" id="{0F3B18A4-014D-E958-0FA6-7D6A3A06117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4"/>
          <a:srcRect l="26916" t="-337" r="24214" b="337"/>
          <a:stretch>
            <a:fillRect/>
          </a:stretch>
        </p:blipFill>
        <p:spPr>
          <a:xfrm flipH="1">
            <a:off x="7163691" y="0"/>
            <a:ext cx="5024825" cy="6858000"/>
          </a:xfrm>
        </p:spPr>
      </p:pic>
    </p:spTree>
    <p:extLst>
      <p:ext uri="{BB962C8B-B14F-4D97-AF65-F5344CB8AC3E}">
        <p14:creationId xmlns:p14="http://schemas.microsoft.com/office/powerpoint/2010/main" val="373500430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21">
            <a:extLst>
              <a:ext uri="{FF2B5EF4-FFF2-40B4-BE49-F238E27FC236}">
                <a16:creationId xmlns:a16="http://schemas.microsoft.com/office/drawing/2014/main" id="{54CB5B8B-24ED-5C69-7A88-BD7C29799A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6570" y="318972"/>
            <a:ext cx="6732237" cy="1017147"/>
          </a:xfrm>
        </p:spPr>
        <p:txBody>
          <a:bodyPr/>
          <a:lstStyle/>
          <a:p>
            <a:r>
              <a:rPr lang="en-IN">
                <a:solidFill>
                  <a:schemeClr val="tx1">
                    <a:lumMod val="95000"/>
                    <a:lumOff val="5000"/>
                  </a:schemeClr>
                </a:solidFill>
              </a:rPr>
              <a:t>Conclusion: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70BD339-285A-DB86-98CC-B4B3817DD760}"/>
              </a:ext>
            </a:extLst>
          </p:cNvPr>
          <p:cNvSpPr txBox="1"/>
          <p:nvPr/>
        </p:nvSpPr>
        <p:spPr>
          <a:xfrm>
            <a:off x="172582" y="1844693"/>
            <a:ext cx="6991109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>
                <a:solidFill>
                  <a:schemeClr val="tx1">
                    <a:lumMod val="95000"/>
                    <a:lumOff val="5000"/>
                  </a:schemeClr>
                </a:solidFill>
              </a:rPr>
              <a:t>This smart home automation project successfully demonstrates the use of an STM32 microcontroller and HC-05 Bluetooth module for wireless control of home appliances like LED lights and fans.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>
                <a:solidFill>
                  <a:schemeClr val="tx1">
                    <a:lumMod val="95000"/>
                    <a:lumOff val="5000"/>
                  </a:schemeClr>
                </a:solidFill>
              </a:rPr>
              <a:t>The system provides a reliable and efficient solution for remote appliance control, enhancing convenience, safety, and energy savings. The use of a buck converter ensures stable power supply, and the relay module safely switches the appliances.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900">
                <a:solidFill>
                  <a:schemeClr val="tx1">
                    <a:lumMod val="95000"/>
                    <a:lumOff val="5000"/>
                  </a:schemeClr>
                </a:solidFill>
              </a:rPr>
              <a:t>This project is cost-effective, portable, user-friendly, and scalable, making it suitable for practical home automation applications as well as educational purposes in embedded systems and wireless technology.</a:t>
            </a:r>
          </a:p>
        </p:txBody>
      </p:sp>
      <p:pic>
        <p:nvPicPr>
          <p:cNvPr id="50" name="Picture Placeholder 47">
            <a:extLst>
              <a:ext uri="{FF2B5EF4-FFF2-40B4-BE49-F238E27FC236}">
                <a16:creationId xmlns:a16="http://schemas.microsoft.com/office/drawing/2014/main" id="{9D339EE1-F444-F154-2C7C-33EEB6004681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27443" r="29767"/>
          <a:stretch>
            <a:fillRect/>
          </a:stretch>
        </p:blipFill>
        <p:spPr>
          <a:xfrm flipH="1">
            <a:off x="7163691" y="0"/>
            <a:ext cx="5024825" cy="6858000"/>
          </a:xfrm>
        </p:spPr>
      </p:pic>
    </p:spTree>
    <p:extLst>
      <p:ext uri="{BB962C8B-B14F-4D97-AF65-F5344CB8AC3E}">
        <p14:creationId xmlns:p14="http://schemas.microsoft.com/office/powerpoint/2010/main" val="11691671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D4A9D-89C2-A356-7562-B7CBA689D7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6B82C-C74C-A298-08AD-FB532A75BE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8546" y="6290774"/>
            <a:ext cx="617912" cy="365125"/>
          </a:xfrm>
        </p:spPr>
        <p:txBody>
          <a:bodyPr/>
          <a:lstStyle/>
          <a:p>
            <a:fld id="{3A98EE3D-8CD1-4C3F-BD1C-C98C9596463C}" type="slidenum">
              <a:rPr lang="en-US" smtClean="0">
                <a:solidFill>
                  <a:schemeClr val="tx1">
                    <a:lumMod val="95000"/>
                    <a:lumOff val="5000"/>
                  </a:schemeClr>
                </a:solidFill>
              </a:rPr>
              <a:pPr/>
              <a:t>20</a:t>
            </a:fld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A5D6B6D3-807C-7887-5383-21625182C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0364" y="-3219"/>
            <a:ext cx="2562565" cy="6884359"/>
          </a:xfrm>
          <a:custGeom>
            <a:avLst/>
            <a:gdLst>
              <a:gd name="connsiteX0" fmla="*/ 2535833 w 2562565"/>
              <a:gd name="connsiteY0" fmla="*/ 0 h 6884359"/>
              <a:gd name="connsiteX1" fmla="*/ 2106829 w 2562565"/>
              <a:gd name="connsiteY1" fmla="*/ 1564627 h 6884359"/>
              <a:gd name="connsiteX2" fmla="*/ 1764389 w 2562565"/>
              <a:gd name="connsiteY2" fmla="*/ 2840498 h 6884359"/>
              <a:gd name="connsiteX3" fmla="*/ 1579803 w 2562565"/>
              <a:gd name="connsiteY3" fmla="*/ 2925726 h 6884359"/>
              <a:gd name="connsiteX4" fmla="*/ 1467779 w 2562565"/>
              <a:gd name="connsiteY4" fmla="*/ 2731101 h 6884359"/>
              <a:gd name="connsiteX5" fmla="*/ 1727472 w 2562565"/>
              <a:gd name="connsiteY5" fmla="*/ 1773244 h 6884359"/>
              <a:gd name="connsiteX6" fmla="*/ 1709650 w 2562565"/>
              <a:gd name="connsiteY6" fmla="*/ 1633318 h 6884359"/>
              <a:gd name="connsiteX7" fmla="*/ 1597625 w 2562565"/>
              <a:gd name="connsiteY7" fmla="*/ 1546818 h 6884359"/>
              <a:gd name="connsiteX8" fmla="*/ 1372303 w 2562565"/>
              <a:gd name="connsiteY8" fmla="*/ 1676568 h 6884359"/>
              <a:gd name="connsiteX9" fmla="*/ 977670 w 2562565"/>
              <a:gd name="connsiteY9" fmla="*/ 3131798 h 6884359"/>
              <a:gd name="connsiteX10" fmla="*/ 5092 w 2562565"/>
              <a:gd name="connsiteY10" fmla="*/ 6867823 h 6884359"/>
              <a:gd name="connsiteX11" fmla="*/ 0 w 2562565"/>
              <a:gd name="connsiteY11" fmla="*/ 6884360 h 6884359"/>
              <a:gd name="connsiteX12" fmla="*/ 26733 w 2562565"/>
              <a:gd name="connsiteY12" fmla="*/ 6884360 h 6884359"/>
              <a:gd name="connsiteX13" fmla="*/ 1003131 w 2562565"/>
              <a:gd name="connsiteY13" fmla="*/ 3139431 h 6884359"/>
              <a:gd name="connsiteX14" fmla="*/ 1397763 w 2562565"/>
              <a:gd name="connsiteY14" fmla="*/ 1684200 h 6884359"/>
              <a:gd name="connsiteX15" fmla="*/ 1592533 w 2562565"/>
              <a:gd name="connsiteY15" fmla="*/ 1572259 h 6884359"/>
              <a:gd name="connsiteX16" fmla="*/ 1688009 w 2562565"/>
              <a:gd name="connsiteY16" fmla="*/ 1646039 h 6884359"/>
              <a:gd name="connsiteX17" fmla="*/ 1703285 w 2562565"/>
              <a:gd name="connsiteY17" fmla="*/ 1766884 h 6884359"/>
              <a:gd name="connsiteX18" fmla="*/ 1443591 w 2562565"/>
              <a:gd name="connsiteY18" fmla="*/ 2724741 h 6884359"/>
              <a:gd name="connsiteX19" fmla="*/ 1573438 w 2562565"/>
              <a:gd name="connsiteY19" fmla="*/ 2949894 h 6884359"/>
              <a:gd name="connsiteX20" fmla="*/ 1788577 w 2562565"/>
              <a:gd name="connsiteY20" fmla="*/ 2849402 h 6884359"/>
              <a:gd name="connsiteX21" fmla="*/ 1788577 w 2562565"/>
              <a:gd name="connsiteY21" fmla="*/ 2848130 h 6884359"/>
              <a:gd name="connsiteX22" fmla="*/ 2131016 w 2562565"/>
              <a:gd name="connsiteY22" fmla="*/ 1570987 h 6884359"/>
              <a:gd name="connsiteX23" fmla="*/ 2562566 w 2562565"/>
              <a:gd name="connsiteY23" fmla="*/ 1272 h 6884359"/>
              <a:gd name="connsiteX24" fmla="*/ 2535833 w 2562565"/>
              <a:gd name="connsiteY24" fmla="*/ 0 h 68843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</a:cxnLst>
            <a:rect l="l" t="t" r="r" b="b"/>
            <a:pathLst>
              <a:path w="2562565" h="6884359">
                <a:moveTo>
                  <a:pt x="2535833" y="0"/>
                </a:moveTo>
                <a:lnTo>
                  <a:pt x="2106829" y="1564627"/>
                </a:lnTo>
                <a:lnTo>
                  <a:pt x="1764389" y="2840498"/>
                </a:lnTo>
                <a:cubicBezTo>
                  <a:pt x="1731291" y="2910461"/>
                  <a:pt x="1653638" y="2946078"/>
                  <a:pt x="1579803" y="2925726"/>
                </a:cubicBezTo>
                <a:cubicBezTo>
                  <a:pt x="1495785" y="2902829"/>
                  <a:pt x="1444864" y="2815057"/>
                  <a:pt x="1467779" y="2731101"/>
                </a:cubicBezTo>
                <a:lnTo>
                  <a:pt x="1727472" y="1773244"/>
                </a:lnTo>
                <a:cubicBezTo>
                  <a:pt x="1740202" y="1726178"/>
                  <a:pt x="1733837" y="1676568"/>
                  <a:pt x="1709650" y="1633318"/>
                </a:cubicBezTo>
                <a:cubicBezTo>
                  <a:pt x="1685463" y="1590068"/>
                  <a:pt x="1646000" y="1559539"/>
                  <a:pt x="1597625" y="1546818"/>
                </a:cubicBezTo>
                <a:cubicBezTo>
                  <a:pt x="1499604" y="1520105"/>
                  <a:pt x="1397763" y="1578620"/>
                  <a:pt x="1372303" y="1676568"/>
                </a:cubicBezTo>
                <a:lnTo>
                  <a:pt x="977670" y="3131798"/>
                </a:lnTo>
                <a:lnTo>
                  <a:pt x="5092" y="6867823"/>
                </a:lnTo>
                <a:cubicBezTo>
                  <a:pt x="5092" y="6867823"/>
                  <a:pt x="1273" y="6880544"/>
                  <a:pt x="0" y="6884360"/>
                </a:cubicBezTo>
                <a:lnTo>
                  <a:pt x="26733" y="6884360"/>
                </a:lnTo>
                <a:lnTo>
                  <a:pt x="1003131" y="3139431"/>
                </a:lnTo>
                <a:lnTo>
                  <a:pt x="1397763" y="1684200"/>
                </a:lnTo>
                <a:cubicBezTo>
                  <a:pt x="1420677" y="1600245"/>
                  <a:pt x="1508515" y="1549363"/>
                  <a:pt x="1592533" y="1572259"/>
                </a:cubicBezTo>
                <a:cubicBezTo>
                  <a:pt x="1633270" y="1583708"/>
                  <a:pt x="1667641" y="1609149"/>
                  <a:pt x="1688009" y="1646039"/>
                </a:cubicBezTo>
                <a:cubicBezTo>
                  <a:pt x="1709650" y="1682928"/>
                  <a:pt x="1714742" y="1724906"/>
                  <a:pt x="1703285" y="1766884"/>
                </a:cubicBezTo>
                <a:lnTo>
                  <a:pt x="1443591" y="2724741"/>
                </a:lnTo>
                <a:cubicBezTo>
                  <a:pt x="1416858" y="2822689"/>
                  <a:pt x="1475417" y="2924453"/>
                  <a:pt x="1573438" y="2949894"/>
                </a:cubicBezTo>
                <a:cubicBezTo>
                  <a:pt x="1660003" y="2972792"/>
                  <a:pt x="1750386" y="2930814"/>
                  <a:pt x="1788577" y="2849402"/>
                </a:cubicBezTo>
                <a:lnTo>
                  <a:pt x="1788577" y="2848130"/>
                </a:lnTo>
                <a:lnTo>
                  <a:pt x="2131016" y="1570987"/>
                </a:lnTo>
                <a:lnTo>
                  <a:pt x="2562566" y="1272"/>
                </a:lnTo>
                <a:cubicBezTo>
                  <a:pt x="2553655" y="0"/>
                  <a:pt x="2544744" y="0"/>
                  <a:pt x="2535833" y="0"/>
                </a:cubicBezTo>
                <a:close/>
              </a:path>
            </a:pathLst>
          </a:custGeom>
          <a:solidFill>
            <a:schemeClr val="accent1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5CE12116-FCFB-9B62-681E-3D8C19695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468038" y="5156615"/>
            <a:ext cx="878334" cy="17050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6371A39-D244-CC40-4681-F401F4B3AF17}"/>
              </a:ext>
            </a:extLst>
          </p:cNvPr>
          <p:cNvSpPr txBox="1"/>
          <p:nvPr/>
        </p:nvSpPr>
        <p:spPr>
          <a:xfrm>
            <a:off x="813134" y="415548"/>
            <a:ext cx="6094070" cy="701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3000" b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18D8A5-FFE5-52B3-B22F-6446493C5D83}"/>
              </a:ext>
            </a:extLst>
          </p:cNvPr>
          <p:cNvSpPr txBox="1"/>
          <p:nvPr/>
        </p:nvSpPr>
        <p:spPr>
          <a:xfrm>
            <a:off x="830965" y="1536174"/>
            <a:ext cx="1053006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sz="2000"/>
              <a:t>STM32 Microcontroller Datasheet and Reference Manual - STMicroelectronics.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/>
              <a:t>HC-05 Bluetooth Module User Manual and Specifications.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/>
              <a:t>Buck Converter Module Datasheet – Manufacturer-specific details.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/>
              <a:t>Relay Module Datasheets - Standard 5V relay module specifications.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/>
              <a:t>Smart Home Automation using Bluetooth - Relevant academic papers and project guides.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/>
              <a:t>STM32CubeIDE and Keil Development Tools documentation.</a:t>
            </a:r>
          </a:p>
          <a:p>
            <a:pPr marL="342900" indent="-342900">
              <a:buFont typeface="+mj-lt"/>
              <a:buAutoNum type="arabicPeriod"/>
            </a:pPr>
            <a:r>
              <a:rPr lang="en-IN" sz="2000"/>
              <a:t>Various online tutorials and technical blogs on embedded home automation using STM32 and Bluetooth modules.</a:t>
            </a:r>
          </a:p>
          <a:p>
            <a:endParaRPr lang="en-IN" sz="2000"/>
          </a:p>
          <a:p>
            <a:r>
              <a:rPr lang="en-IN" sz="2000"/>
              <a:t>These materials provide technical specifications, design guidelines, and development support used in this project.</a:t>
            </a:r>
          </a:p>
        </p:txBody>
      </p:sp>
    </p:spTree>
    <p:extLst>
      <p:ext uri="{BB962C8B-B14F-4D97-AF65-F5344CB8AC3E}">
        <p14:creationId xmlns:p14="http://schemas.microsoft.com/office/powerpoint/2010/main" val="11628324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9452219-785E-4657-C5F4-A53FEF2EB0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625" y="2963520"/>
            <a:ext cx="5447027" cy="1518315"/>
          </a:xfrm>
        </p:spPr>
        <p:txBody>
          <a:bodyPr>
            <a:noAutofit/>
          </a:bodyPr>
          <a:lstStyle/>
          <a:p>
            <a:r>
              <a:rPr lang="en-US" sz="12000" dirty="0">
                <a:latin typeface="Chiller" panose="04020404031007020602" pitchFamily="82" charset="0"/>
              </a:rPr>
              <a:t>Thank you</a:t>
            </a:r>
          </a:p>
        </p:txBody>
      </p:sp>
      <p:pic>
        <p:nvPicPr>
          <p:cNvPr id="6" name="Picture Placeholder 5" descr="A person and person looking at a computer screen">
            <a:extLst>
              <a:ext uri="{FF2B5EF4-FFF2-40B4-BE49-F238E27FC236}">
                <a16:creationId xmlns:a16="http://schemas.microsoft.com/office/drawing/2014/main" id="{AA35CD3A-9896-7953-C82D-AAE87F6124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2"/>
          <a:srcRect l="127" r="127"/>
          <a:stretch/>
        </p:blipFill>
        <p:spPr>
          <a:xfrm>
            <a:off x="-29499" y="-2236"/>
            <a:ext cx="6814124" cy="6871095"/>
          </a:xfr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6A8DFC8D-4AE6-170E-C27A-DA97EBD7DC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4059704" y="0"/>
            <a:ext cx="2928883" cy="6871447"/>
            <a:chOff x="4059704" y="0"/>
            <a:chExt cx="2928883" cy="6871447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F966C9E-A9A2-BF8C-EDCB-B7F6AE51C425}"/>
                </a:ext>
              </a:extLst>
            </p:cNvPr>
            <p:cNvSpPr/>
            <p:nvPr/>
          </p:nvSpPr>
          <p:spPr>
            <a:xfrm rot="10800000">
              <a:off x="4443586" y="5022"/>
              <a:ext cx="2545001" cy="6837172"/>
            </a:xfrm>
            <a:custGeom>
              <a:avLst/>
              <a:gdLst>
                <a:gd name="connsiteX0" fmla="*/ 2518452 w 2545001"/>
                <a:gd name="connsiteY0" fmla="*/ 0 h 6837172"/>
                <a:gd name="connsiteX1" fmla="*/ 1701725 w 2545001"/>
                <a:gd name="connsiteY1" fmla="*/ 3172236 h 6837172"/>
                <a:gd name="connsiteX2" fmla="*/ 1361633 w 2545001"/>
                <a:gd name="connsiteY2" fmla="*/ 4439362 h 6837172"/>
                <a:gd name="connsiteX3" fmla="*/ 1178312 w 2545001"/>
                <a:gd name="connsiteY3" fmla="*/ 4524005 h 6837172"/>
                <a:gd name="connsiteX4" fmla="*/ 1067055 w 2545001"/>
                <a:gd name="connsiteY4" fmla="*/ 4330715 h 6837172"/>
                <a:gd name="connsiteX5" fmla="*/ 1324969 w 2545001"/>
                <a:gd name="connsiteY5" fmla="*/ 3379423 h 6837172"/>
                <a:gd name="connsiteX6" fmla="*/ 1307268 w 2545001"/>
                <a:gd name="connsiteY6" fmla="*/ 3240456 h 6837172"/>
                <a:gd name="connsiteX7" fmla="*/ 1196012 w 2545001"/>
                <a:gd name="connsiteY7" fmla="*/ 3154549 h 6837172"/>
                <a:gd name="connsiteX8" fmla="*/ 972233 w 2545001"/>
                <a:gd name="connsiteY8" fmla="*/ 3283409 h 6837172"/>
                <a:gd name="connsiteX9" fmla="*/ 580306 w 2545001"/>
                <a:gd name="connsiteY9" fmla="*/ 4728666 h 6837172"/>
                <a:gd name="connsiteX10" fmla="*/ 5057 w 2545001"/>
                <a:gd name="connsiteY10" fmla="*/ 6820750 h 6837172"/>
                <a:gd name="connsiteX11" fmla="*/ 0 w 2545001"/>
                <a:gd name="connsiteY11" fmla="*/ 6837173 h 6837172"/>
                <a:gd name="connsiteX12" fmla="*/ 26550 w 2545001"/>
                <a:gd name="connsiteY12" fmla="*/ 6837173 h 6837172"/>
                <a:gd name="connsiteX13" fmla="*/ 605591 w 2545001"/>
                <a:gd name="connsiteY13" fmla="*/ 4736246 h 6837172"/>
                <a:gd name="connsiteX14" fmla="*/ 997519 w 2545001"/>
                <a:gd name="connsiteY14" fmla="*/ 3290990 h 6837172"/>
                <a:gd name="connsiteX15" fmla="*/ 1190954 w 2545001"/>
                <a:gd name="connsiteY15" fmla="*/ 3179816 h 6837172"/>
                <a:gd name="connsiteX16" fmla="*/ 1285776 w 2545001"/>
                <a:gd name="connsiteY16" fmla="*/ 3253089 h 6837172"/>
                <a:gd name="connsiteX17" fmla="*/ 1300947 w 2545001"/>
                <a:gd name="connsiteY17" fmla="*/ 3373106 h 6837172"/>
                <a:gd name="connsiteX18" fmla="*/ 1043033 w 2545001"/>
                <a:gd name="connsiteY18" fmla="*/ 4324398 h 6837172"/>
                <a:gd name="connsiteX19" fmla="*/ 1171990 w 2545001"/>
                <a:gd name="connsiteY19" fmla="*/ 4548009 h 6837172"/>
                <a:gd name="connsiteX20" fmla="*/ 1385654 w 2545001"/>
                <a:gd name="connsiteY20" fmla="*/ 4448205 h 6837172"/>
                <a:gd name="connsiteX21" fmla="*/ 1385654 w 2545001"/>
                <a:gd name="connsiteY21" fmla="*/ 4446942 h 6837172"/>
                <a:gd name="connsiteX22" fmla="*/ 1725746 w 2545001"/>
                <a:gd name="connsiteY22" fmla="*/ 3178553 h 6837172"/>
                <a:gd name="connsiteX23" fmla="*/ 2545002 w 2545001"/>
                <a:gd name="connsiteY23" fmla="*/ 1263 h 6837172"/>
                <a:gd name="connsiteX24" fmla="*/ 2518452 w 2545001"/>
                <a:gd name="connsiteY24" fmla="*/ 0 h 6837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545001" h="6837172">
                  <a:moveTo>
                    <a:pt x="2518452" y="0"/>
                  </a:moveTo>
                  <a:lnTo>
                    <a:pt x="1701725" y="3172236"/>
                  </a:lnTo>
                  <a:lnTo>
                    <a:pt x="1361633" y="4439362"/>
                  </a:lnTo>
                  <a:cubicBezTo>
                    <a:pt x="1328761" y="4508845"/>
                    <a:pt x="1251640" y="4544219"/>
                    <a:pt x="1178312" y="4524005"/>
                  </a:cubicBezTo>
                  <a:cubicBezTo>
                    <a:pt x="1094869" y="4501265"/>
                    <a:pt x="1044298" y="4414095"/>
                    <a:pt x="1067055" y="4330715"/>
                  </a:cubicBezTo>
                  <a:lnTo>
                    <a:pt x="1324969" y="3379423"/>
                  </a:lnTo>
                  <a:cubicBezTo>
                    <a:pt x="1337611" y="3332679"/>
                    <a:pt x="1331290" y="3283409"/>
                    <a:pt x="1307268" y="3240456"/>
                  </a:cubicBezTo>
                  <a:cubicBezTo>
                    <a:pt x="1283247" y="3197503"/>
                    <a:pt x="1244054" y="3167183"/>
                    <a:pt x="1196012" y="3154549"/>
                  </a:cubicBezTo>
                  <a:cubicBezTo>
                    <a:pt x="1098662" y="3128019"/>
                    <a:pt x="997519" y="3186133"/>
                    <a:pt x="972233" y="3283409"/>
                  </a:cubicBezTo>
                  <a:lnTo>
                    <a:pt x="580306" y="4728666"/>
                  </a:lnTo>
                  <a:lnTo>
                    <a:pt x="5057" y="6820750"/>
                  </a:lnTo>
                  <a:cubicBezTo>
                    <a:pt x="5057" y="6820750"/>
                    <a:pt x="1264" y="6833383"/>
                    <a:pt x="0" y="6837173"/>
                  </a:cubicBezTo>
                  <a:lnTo>
                    <a:pt x="26550" y="6837173"/>
                  </a:lnTo>
                  <a:lnTo>
                    <a:pt x="605591" y="4736246"/>
                  </a:lnTo>
                  <a:lnTo>
                    <a:pt x="997519" y="3290990"/>
                  </a:lnTo>
                  <a:cubicBezTo>
                    <a:pt x="1020276" y="3207609"/>
                    <a:pt x="1107512" y="3157076"/>
                    <a:pt x="1190954" y="3179816"/>
                  </a:cubicBezTo>
                  <a:cubicBezTo>
                    <a:pt x="1231411" y="3191186"/>
                    <a:pt x="1265547" y="3216453"/>
                    <a:pt x="1285776" y="3253089"/>
                  </a:cubicBezTo>
                  <a:cubicBezTo>
                    <a:pt x="1307268" y="3289726"/>
                    <a:pt x="1312326" y="3331416"/>
                    <a:pt x="1300947" y="3373106"/>
                  </a:cubicBezTo>
                  <a:lnTo>
                    <a:pt x="1043033" y="4324398"/>
                  </a:lnTo>
                  <a:cubicBezTo>
                    <a:pt x="1016483" y="4421675"/>
                    <a:pt x="1074640" y="4522742"/>
                    <a:pt x="1171990" y="4548009"/>
                  </a:cubicBezTo>
                  <a:cubicBezTo>
                    <a:pt x="1257961" y="4570749"/>
                    <a:pt x="1347725" y="4529059"/>
                    <a:pt x="1385654" y="4448205"/>
                  </a:cubicBezTo>
                  <a:lnTo>
                    <a:pt x="1385654" y="4446942"/>
                  </a:lnTo>
                  <a:lnTo>
                    <a:pt x="1725746" y="3178553"/>
                  </a:lnTo>
                  <a:lnTo>
                    <a:pt x="2545002" y="1263"/>
                  </a:lnTo>
                  <a:cubicBezTo>
                    <a:pt x="2536151" y="0"/>
                    <a:pt x="2527302" y="0"/>
                    <a:pt x="2518452" y="0"/>
                  </a:cubicBezTo>
                  <a:close/>
                </a:path>
              </a:pathLst>
            </a:custGeom>
            <a:solidFill>
              <a:schemeClr val="accent1"/>
            </a:solidFill>
            <a:ln w="1263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33BC35A-F255-48AA-48B8-D6561A6FAB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59704" y="0"/>
              <a:ext cx="1822122" cy="6871447"/>
            </a:xfrm>
            <a:prstGeom prst="line">
              <a:avLst/>
            </a:prstGeom>
            <a:ln w="22225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94851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Custom">
  <a:themeElements>
    <a:clrScheme name="TM11534312">
      <a:dk1>
        <a:srgbClr val="000000"/>
      </a:dk1>
      <a:lt1>
        <a:srgbClr val="FFFFFF"/>
      </a:lt1>
      <a:dk2>
        <a:srgbClr val="D87A1A"/>
      </a:dk2>
      <a:lt2>
        <a:srgbClr val="E7E6E6"/>
      </a:lt2>
      <a:accent1>
        <a:srgbClr val="FFBA00"/>
      </a:accent1>
      <a:accent2>
        <a:srgbClr val="7229D2"/>
      </a:accent2>
      <a:accent3>
        <a:srgbClr val="C62FE1"/>
      </a:accent3>
      <a:accent4>
        <a:srgbClr val="CF1DA0"/>
      </a:accent4>
      <a:accent5>
        <a:srgbClr val="E12F68"/>
      </a:accent5>
      <a:accent6>
        <a:srgbClr val="CF2E1D"/>
      </a:accent6>
      <a:hlink>
        <a:srgbClr val="87882D"/>
      </a:hlink>
      <a:folHlink>
        <a:srgbClr val="7F7F7F"/>
      </a:folHlink>
    </a:clrScheme>
    <a:fontScheme name="Custom 62">
      <a:majorFont>
        <a:latin typeface="Book Antiqua"/>
        <a:ea typeface=""/>
        <a:cs typeface=""/>
      </a:majorFont>
      <a:minorFont>
        <a:latin typeface="Century Gothic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TM11534312_Win32_SL_V3" id="{997564FD-A068-4008-83B6-070AA4A47434}" vid="{E6A5A359-31DF-46AC-82A0-260451C80A3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9E5DFD21-F030-4913-A53B-53AB3DF1C0E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ACD227D-A683-415D-A610-20912E1CEA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CE11EC4-AF13-4A6E-A5E0-5A264B291FD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Classic corporate teach a course slides</Template>
  <TotalTime>528</TotalTime>
  <Words>1765</Words>
  <Application>Microsoft Office PowerPoint</Application>
  <PresentationFormat>Widescreen</PresentationFormat>
  <Paragraphs>185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3" baseType="lpstr">
      <vt:lpstr>Arial</vt:lpstr>
      <vt:lpstr>Bell MT</vt:lpstr>
      <vt:lpstr>Bodoni MT Black</vt:lpstr>
      <vt:lpstr>Book Antiqua</vt:lpstr>
      <vt:lpstr>Calibri</vt:lpstr>
      <vt:lpstr>Century Gothic</vt:lpstr>
      <vt:lpstr>Chiller</vt:lpstr>
      <vt:lpstr>Courier New</vt:lpstr>
      <vt:lpstr>Georgia</vt:lpstr>
      <vt:lpstr>Times New Roman</vt:lpstr>
      <vt:lpstr>Wingdings</vt:lpstr>
      <vt:lpstr>Custom</vt:lpstr>
      <vt:lpstr>PowerPoint Presentation</vt:lpstr>
      <vt:lpstr>PowerPoint Presentation</vt:lpstr>
      <vt:lpstr>PowerPoint Presentation</vt:lpstr>
      <vt:lpstr>Introduction</vt:lpstr>
      <vt:lpstr>Problem Statement</vt:lpstr>
      <vt:lpstr>Objectives</vt:lpstr>
      <vt:lpstr>Hardware Specification </vt:lpstr>
      <vt:lpstr>PowerPoint Presentation</vt:lpstr>
      <vt:lpstr>PowerPoint Presentation</vt:lpstr>
      <vt:lpstr>PowerPoint Presentation</vt:lpstr>
      <vt:lpstr>PowerPoint Presentation</vt:lpstr>
      <vt:lpstr>Block Diagram:</vt:lpstr>
      <vt:lpstr>PowerPoint Presentation</vt:lpstr>
      <vt:lpstr>Flow Chart:</vt:lpstr>
      <vt:lpstr>PowerPoint Presentation</vt:lpstr>
      <vt:lpstr>PowerPoint Presentation</vt:lpstr>
      <vt:lpstr>PowerPoint Presentation</vt:lpstr>
      <vt:lpstr>PowerPoint Presentation</vt:lpstr>
      <vt:lpstr>Conclusion: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Harshitha S</dc:creator>
  <cp:lastModifiedBy>Harshitha S</cp:lastModifiedBy>
  <cp:revision>7</cp:revision>
  <dcterms:created xsi:type="dcterms:W3CDTF">2025-11-07T15:03:21Z</dcterms:created>
  <dcterms:modified xsi:type="dcterms:W3CDTF">2025-11-10T07:50:08Z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